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4" r:id="rId1"/>
  </p:sldMasterIdLst>
  <p:notesMasterIdLst>
    <p:notesMasterId r:id="rId21"/>
  </p:notesMasterIdLst>
  <p:handoutMasterIdLst>
    <p:handoutMasterId r:id="rId22"/>
  </p:handoutMasterIdLst>
  <p:sldIdLst>
    <p:sldId id="256" r:id="rId2"/>
    <p:sldId id="339" r:id="rId3"/>
    <p:sldId id="341" r:id="rId4"/>
    <p:sldId id="362" r:id="rId5"/>
    <p:sldId id="363" r:id="rId6"/>
    <p:sldId id="364" r:id="rId7"/>
    <p:sldId id="365" r:id="rId8"/>
    <p:sldId id="345" r:id="rId9"/>
    <p:sldId id="366" r:id="rId10"/>
    <p:sldId id="367" r:id="rId11"/>
    <p:sldId id="368" r:id="rId12"/>
    <p:sldId id="369" r:id="rId13"/>
    <p:sldId id="370" r:id="rId14"/>
    <p:sldId id="361" r:id="rId15"/>
    <p:sldId id="344" r:id="rId16"/>
    <p:sldId id="357" r:id="rId17"/>
    <p:sldId id="360" r:id="rId18"/>
    <p:sldId id="356" r:id="rId19"/>
    <p:sldId id="325" r:id="rId2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Palatino Linotype" pitchFamily="18" charset="0"/>
        <a:ea typeface="+mn-ea"/>
        <a:cs typeface="+mn-cs"/>
      </a:defRPr>
    </a:lvl1pPr>
    <a:lvl2pPr marL="457200" algn="l" rtl="0" eaLnBrk="0" fontAlgn="base" hangingPunct="0">
      <a:spcBef>
        <a:spcPct val="0"/>
      </a:spcBef>
      <a:spcAft>
        <a:spcPct val="0"/>
      </a:spcAft>
      <a:defRPr kern="1200">
        <a:solidFill>
          <a:schemeClr val="tx1"/>
        </a:solidFill>
        <a:latin typeface="Palatino Linotype"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itchFamily="18" charset="0"/>
        <a:ea typeface="+mn-ea"/>
        <a:cs typeface="+mn-cs"/>
      </a:defRPr>
    </a:lvl5pPr>
    <a:lvl6pPr marL="2286000" algn="l" defTabSz="914400" rtl="0" eaLnBrk="1" latinLnBrk="0" hangingPunct="1">
      <a:defRPr kern="1200">
        <a:solidFill>
          <a:schemeClr val="tx1"/>
        </a:solidFill>
        <a:latin typeface="Palatino Linotype" pitchFamily="18" charset="0"/>
        <a:ea typeface="+mn-ea"/>
        <a:cs typeface="+mn-cs"/>
      </a:defRPr>
    </a:lvl6pPr>
    <a:lvl7pPr marL="2743200" algn="l" defTabSz="914400" rtl="0" eaLnBrk="1" latinLnBrk="0" hangingPunct="1">
      <a:defRPr kern="1200">
        <a:solidFill>
          <a:schemeClr val="tx1"/>
        </a:solidFill>
        <a:latin typeface="Palatino Linotype" pitchFamily="18" charset="0"/>
        <a:ea typeface="+mn-ea"/>
        <a:cs typeface="+mn-cs"/>
      </a:defRPr>
    </a:lvl7pPr>
    <a:lvl8pPr marL="3200400" algn="l" defTabSz="914400" rtl="0" eaLnBrk="1" latinLnBrk="0" hangingPunct="1">
      <a:defRPr kern="1200">
        <a:solidFill>
          <a:schemeClr val="tx1"/>
        </a:solidFill>
        <a:latin typeface="Palatino Linotype" pitchFamily="18" charset="0"/>
        <a:ea typeface="+mn-ea"/>
        <a:cs typeface="+mn-cs"/>
      </a:defRPr>
    </a:lvl8pPr>
    <a:lvl9pPr marL="3657600" algn="l" defTabSz="914400" rtl="0" eaLnBrk="1" latinLnBrk="0" hangingPunct="1">
      <a:defRPr kern="1200">
        <a:solidFill>
          <a:schemeClr val="tx1"/>
        </a:solidFill>
        <a:latin typeface="Palatino Linotyp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udharshinika M"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00000"/>
    <a:srgbClr val="000000"/>
    <a:srgbClr val="D0B464"/>
    <a:srgbClr val="000066"/>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718" autoAdjust="0"/>
  </p:normalViewPr>
  <p:slideViewPr>
    <p:cSldViewPr snapToGrid="0">
      <p:cViewPr>
        <p:scale>
          <a:sx n="55" d="100"/>
          <a:sy n="55" d="100"/>
        </p:scale>
        <p:origin x="-547" y="-3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handoutMaster" Target="handoutMasters/handoutMaster1.xml" /><Relationship Id="rId27" Type="http://schemas.openxmlformats.org/officeDocument/2006/relationships/tableStyles" Target="tableStyle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D4B5F7B-B617-4EC3-82BE-F1F04125B5BA}" type="datetimeFigureOut">
              <a:rPr lang="en-US"/>
              <a:pPr>
                <a:defRPr/>
              </a:pPr>
              <a:t>11/29/2024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none" lIns="91440" tIns="45720" rIns="91440" bIns="45720" numCol="1" anchor="b" anchorCtr="1" compatLnSpc="1">
            <a:prstTxWarp prst="textNoShape">
              <a:avLst/>
            </a:prstTxWarp>
          </a:bodyPr>
          <a:lstStyle>
            <a:lvl1pPr algn="r" eaLnBrk="1" hangingPunct="1">
              <a:defRPr sz="1200"/>
            </a:lvl1pPr>
          </a:lstStyle>
          <a:p>
            <a:fld id="{679F0E25-0B4D-404C-8C62-9464E15C1F35}" type="slidenum">
              <a:rPr lang="en-US" altLang="zh-CN"/>
              <a:pPr/>
              <a:t>‹#›</a:t>
            </a:fld>
            <a:endParaRPr lang="en-US" altLang="zh-CN"/>
          </a:p>
        </p:txBody>
      </p:sp>
    </p:spTree>
    <p:extLst>
      <p:ext uri="{BB962C8B-B14F-4D97-AF65-F5344CB8AC3E}">
        <p14:creationId xmlns:p14="http://schemas.microsoft.com/office/powerpoint/2010/main" val="3962361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8455F5-E222-4651-B6A0-98F0BDFE65AC}" type="datetimeFigureOut">
              <a:rPr lang="en-US"/>
              <a:pPr>
                <a:defRPr/>
              </a:pPr>
              <a:t>11/29/2024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itchFamily="34" charset="0"/>
              </a:defRPr>
            </a:lvl1pPr>
          </a:lstStyle>
          <a:p>
            <a:fld id="{23D18D97-1FF1-4EEC-B18F-2DD778B6D415}" type="slidenum">
              <a:rPr lang="en-US" altLang="zh-CN"/>
              <a:pPr/>
              <a:t>‹#›</a:t>
            </a:fld>
            <a:endParaRPr lang="en-US" altLang="zh-CN"/>
          </a:p>
        </p:txBody>
      </p:sp>
    </p:spTree>
    <p:extLst>
      <p:ext uri="{BB962C8B-B14F-4D97-AF65-F5344CB8AC3E}">
        <p14:creationId xmlns:p14="http://schemas.microsoft.com/office/powerpoint/2010/main" val="36114788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922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entury Gothic" pitchFamily="34" charset="0"/>
              </a:defRPr>
            </a:lvl1pPr>
            <a:lvl2pPr marL="742950" indent="-285750">
              <a:defRPr sz="1200">
                <a:solidFill>
                  <a:schemeClr val="tx1"/>
                </a:solidFill>
                <a:latin typeface="Century Gothic" pitchFamily="34" charset="0"/>
              </a:defRPr>
            </a:lvl2pPr>
            <a:lvl3pPr marL="1143000" indent="-228600">
              <a:defRPr sz="1200">
                <a:solidFill>
                  <a:schemeClr val="tx1"/>
                </a:solidFill>
                <a:latin typeface="Century Gothic" pitchFamily="34" charset="0"/>
              </a:defRPr>
            </a:lvl3pPr>
            <a:lvl4pPr marL="1600200" indent="-228600">
              <a:defRPr sz="1200">
                <a:solidFill>
                  <a:schemeClr val="tx1"/>
                </a:solidFill>
                <a:latin typeface="Century Gothic" pitchFamily="34" charset="0"/>
              </a:defRPr>
            </a:lvl4pPr>
            <a:lvl5pPr marL="2057400" indent="-228600">
              <a:defRPr sz="1200">
                <a:solidFill>
                  <a:schemeClr val="tx1"/>
                </a:solidFill>
                <a:latin typeface="Century Gothic" pitchFamily="34" charset="0"/>
              </a:defRPr>
            </a:lvl5pPr>
            <a:lvl6pPr marL="2514600" indent="-228600" eaLnBrk="0" fontAlgn="base" hangingPunct="0">
              <a:spcBef>
                <a:spcPct val="30000"/>
              </a:spcBef>
              <a:spcAft>
                <a:spcPct val="0"/>
              </a:spcAft>
              <a:defRPr sz="1200">
                <a:solidFill>
                  <a:schemeClr val="tx1"/>
                </a:solidFill>
                <a:latin typeface="Century Gothic" pitchFamily="34" charset="0"/>
              </a:defRPr>
            </a:lvl6pPr>
            <a:lvl7pPr marL="2971800" indent="-228600" eaLnBrk="0" fontAlgn="base" hangingPunct="0">
              <a:spcBef>
                <a:spcPct val="30000"/>
              </a:spcBef>
              <a:spcAft>
                <a:spcPct val="0"/>
              </a:spcAft>
              <a:defRPr sz="1200">
                <a:solidFill>
                  <a:schemeClr val="tx1"/>
                </a:solidFill>
                <a:latin typeface="Century Gothic" pitchFamily="34" charset="0"/>
              </a:defRPr>
            </a:lvl7pPr>
            <a:lvl8pPr marL="3429000" indent="-228600" eaLnBrk="0" fontAlgn="base" hangingPunct="0">
              <a:spcBef>
                <a:spcPct val="30000"/>
              </a:spcBef>
              <a:spcAft>
                <a:spcPct val="0"/>
              </a:spcAft>
              <a:defRPr sz="1200">
                <a:solidFill>
                  <a:schemeClr val="tx1"/>
                </a:solidFill>
                <a:latin typeface="Century Gothic" pitchFamily="34" charset="0"/>
              </a:defRPr>
            </a:lvl8pPr>
            <a:lvl9pPr marL="3886200" indent="-228600" eaLnBrk="0" fontAlgn="base" hangingPunct="0">
              <a:spcBef>
                <a:spcPct val="30000"/>
              </a:spcBef>
              <a:spcAft>
                <a:spcPct val="0"/>
              </a:spcAft>
              <a:defRPr sz="1200">
                <a:solidFill>
                  <a:schemeClr val="tx1"/>
                </a:solidFill>
                <a:latin typeface="Century Gothic" pitchFamily="34" charset="0"/>
              </a:defRPr>
            </a:lvl9pPr>
          </a:lstStyle>
          <a:p>
            <a:fld id="{1C73C73E-16E2-40C7-BF23-25AECDD3EF5E}" type="slidenum">
              <a:rPr lang="en-IN" altLang="en-US"/>
              <a:pPr/>
              <a:t>1</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12"/>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84138" y="1449388"/>
            <a:ext cx="12028487"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84138" y="1397000"/>
            <a:ext cx="12028487"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84138" y="2976563"/>
            <a:ext cx="12028487"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E9E0E2ED-FA25-45BC-BA87-0C5CB0F6DB49}" type="datetime1">
              <a:rPr lang="en-US"/>
              <a:pPr>
                <a:defRPr/>
              </a:pPr>
              <a:t>11/29/2024</a:t>
            </a:fld>
            <a:endParaRPr lang="en-US"/>
          </a:p>
        </p:txBody>
      </p:sp>
      <p:sp>
        <p:nvSpPr>
          <p:cNvPr id="12" name="Footer Placeholder 16"/>
          <p:cNvSpPr>
            <a:spLocks noGrp="1"/>
          </p:cNvSpPr>
          <p:nvPr>
            <p:ph type="ftr" sz="quarter" idx="11"/>
          </p:nvPr>
        </p:nvSpPr>
        <p:spPr/>
        <p:txBody>
          <a:bodyPr/>
          <a:lstStyle>
            <a:lvl1pPr>
              <a:defRPr/>
            </a:lvl1pPr>
          </a:lstStyle>
          <a:p>
            <a:pPr>
              <a:defRPr/>
            </a:pPr>
            <a:r>
              <a:rPr lang="en-US"/>
              <a:t>Zeroth Review</a:t>
            </a:r>
          </a:p>
        </p:txBody>
      </p:sp>
      <p:sp>
        <p:nvSpPr>
          <p:cNvPr id="13" name="Slide Number Placeholder 28"/>
          <p:cNvSpPr>
            <a:spLocks noGrp="1"/>
          </p:cNvSpPr>
          <p:nvPr>
            <p:ph type="sldNum" sz="quarter" idx="12"/>
          </p:nvPr>
        </p:nvSpPr>
        <p:spPr/>
        <p:txBody>
          <a:bodyPr/>
          <a:lstStyle>
            <a:lvl1pPr>
              <a:defRPr/>
            </a:lvl1pPr>
          </a:lstStyle>
          <a:p>
            <a:fld id="{C6FACDE9-83C6-4E22-AA02-B7CDAC1FB5A6}" type="slidenum">
              <a:rPr lang="en-US" altLang="zh-CN"/>
              <a:pPr/>
              <a:t>‹#›</a:t>
            </a:fld>
            <a:endParaRPr lang="en-US" altLang="zh-CN"/>
          </a:p>
        </p:txBody>
      </p:sp>
    </p:spTree>
    <p:extLst>
      <p:ext uri="{BB962C8B-B14F-4D97-AF65-F5344CB8AC3E}">
        <p14:creationId xmlns:p14="http://schemas.microsoft.com/office/powerpoint/2010/main" val="25739438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11C29CCE-B642-40C2-8D65-ACFDA695CABA}" type="datetime1">
              <a:rPr lang="en-US"/>
              <a:pPr>
                <a:defRPr/>
              </a:pPr>
              <a:t>11/29/2024</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Zeroth Review</a:t>
            </a:r>
          </a:p>
        </p:txBody>
      </p:sp>
      <p:sp>
        <p:nvSpPr>
          <p:cNvPr id="6" name="Slide Number Placeholder 22"/>
          <p:cNvSpPr>
            <a:spLocks noGrp="1"/>
          </p:cNvSpPr>
          <p:nvPr>
            <p:ph type="sldNum" sz="quarter" idx="12"/>
          </p:nvPr>
        </p:nvSpPr>
        <p:spPr/>
        <p:txBody>
          <a:bodyPr/>
          <a:lstStyle>
            <a:lvl1pPr>
              <a:defRPr/>
            </a:lvl1pPr>
          </a:lstStyle>
          <a:p>
            <a:fld id="{E05F8EC9-EB6D-4EE8-84F1-B0702D16198C}" type="slidenum">
              <a:rPr lang="en-US" altLang="zh-CN"/>
              <a:pPr/>
              <a:t>‹#›</a:t>
            </a:fld>
            <a:endParaRPr lang="en-US" altLang="zh-CN"/>
          </a:p>
        </p:txBody>
      </p:sp>
    </p:spTree>
    <p:extLst>
      <p:ext uri="{BB962C8B-B14F-4D97-AF65-F5344CB8AC3E}">
        <p14:creationId xmlns:p14="http://schemas.microsoft.com/office/powerpoint/2010/main" val="4204981294"/>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92075" y="2341563"/>
            <a:ext cx="12018963"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90488" y="2468563"/>
            <a:ext cx="12020550"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B7446E48-A577-46F8-A4B4-4E33125DCE0D}" type="datetime1">
              <a:rPr lang="en-US"/>
              <a:pPr>
                <a:defRPr/>
              </a:pPr>
              <a:t>11/29/2024</a:t>
            </a:fld>
            <a:endParaRPr lang="en-US"/>
          </a:p>
        </p:txBody>
      </p:sp>
      <p:sp>
        <p:nvSpPr>
          <p:cNvPr id="10" name="Footer Placeholder 4"/>
          <p:cNvSpPr>
            <a:spLocks noGrp="1"/>
          </p:cNvSpPr>
          <p:nvPr>
            <p:ph type="ftr" sz="quarter" idx="11"/>
          </p:nvPr>
        </p:nvSpPr>
        <p:spPr>
          <a:xfrm>
            <a:off x="1066800" y="6172200"/>
            <a:ext cx="5334000" cy="457200"/>
          </a:xfrm>
        </p:spPr>
        <p:txBody>
          <a:bodyPr/>
          <a:lstStyle>
            <a:lvl1pPr>
              <a:defRPr/>
            </a:lvl1pPr>
          </a:lstStyle>
          <a:p>
            <a:pPr>
              <a:defRPr/>
            </a:pPr>
            <a:r>
              <a:rPr lang="en-US"/>
              <a:t>Zeroth Review</a:t>
            </a:r>
          </a:p>
        </p:txBody>
      </p:sp>
      <p:sp>
        <p:nvSpPr>
          <p:cNvPr id="11" name="Slide Number Placeholder 5"/>
          <p:cNvSpPr>
            <a:spLocks noGrp="1"/>
          </p:cNvSpPr>
          <p:nvPr>
            <p:ph type="sldNum" sz="quarter" idx="12"/>
          </p:nvPr>
        </p:nvSpPr>
        <p:spPr>
          <a:xfrm>
            <a:off x="195263" y="6208713"/>
            <a:ext cx="609600" cy="457200"/>
          </a:xfrm>
        </p:spPr>
        <p:txBody>
          <a:bodyPr/>
          <a:lstStyle>
            <a:lvl1pPr>
              <a:defRPr/>
            </a:lvl1pPr>
          </a:lstStyle>
          <a:p>
            <a:fld id="{A1CB2BA3-C6CF-4FEF-A621-F4D3224018C6}" type="slidenum">
              <a:rPr lang="en-US" altLang="zh-CN"/>
              <a:pPr/>
              <a:t>‹#›</a:t>
            </a:fld>
            <a:endParaRPr lang="en-US" altLang="zh-CN"/>
          </a:p>
        </p:txBody>
      </p:sp>
    </p:spTree>
    <p:extLst>
      <p:ext uri="{BB962C8B-B14F-4D97-AF65-F5344CB8AC3E}">
        <p14:creationId xmlns:p14="http://schemas.microsoft.com/office/powerpoint/2010/main" val="3710844654"/>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F968750A-C067-476D-A7BC-B3A0BA65A516}" type="datetime1">
              <a:rPr lang="en-US"/>
              <a:pPr>
                <a:defRPr/>
              </a:pPr>
              <a:t>11/29/2024</a:t>
            </a:fld>
            <a:endParaRPr lang="en-US"/>
          </a:p>
        </p:txBody>
      </p:sp>
      <p:sp>
        <p:nvSpPr>
          <p:cNvPr id="6" name="Footer Placeholder 2"/>
          <p:cNvSpPr>
            <a:spLocks noGrp="1"/>
          </p:cNvSpPr>
          <p:nvPr>
            <p:ph type="ftr" sz="quarter" idx="11"/>
          </p:nvPr>
        </p:nvSpPr>
        <p:spPr/>
        <p:txBody>
          <a:bodyPr/>
          <a:lstStyle>
            <a:lvl1pPr>
              <a:defRPr/>
            </a:lvl1pPr>
          </a:lstStyle>
          <a:p>
            <a:pPr>
              <a:defRPr/>
            </a:pPr>
            <a:r>
              <a:rPr lang="en-US"/>
              <a:t>Zeroth Review</a:t>
            </a:r>
          </a:p>
        </p:txBody>
      </p:sp>
      <p:sp>
        <p:nvSpPr>
          <p:cNvPr id="7" name="Slide Number Placeholder 22"/>
          <p:cNvSpPr>
            <a:spLocks noGrp="1"/>
          </p:cNvSpPr>
          <p:nvPr>
            <p:ph type="sldNum" sz="quarter" idx="12"/>
          </p:nvPr>
        </p:nvSpPr>
        <p:spPr/>
        <p:txBody>
          <a:bodyPr/>
          <a:lstStyle>
            <a:lvl1pPr>
              <a:defRPr/>
            </a:lvl1pPr>
          </a:lstStyle>
          <a:p>
            <a:fld id="{FC2C4F6F-B2D2-4D91-837E-8F4FCD02D362}" type="slidenum">
              <a:rPr lang="en-US" altLang="zh-CN"/>
              <a:pPr/>
              <a:t>‹#›</a:t>
            </a:fld>
            <a:endParaRPr lang="en-US" altLang="zh-CN"/>
          </a:p>
        </p:txBody>
      </p:sp>
    </p:spTree>
    <p:extLst>
      <p:ext uri="{BB962C8B-B14F-4D97-AF65-F5344CB8AC3E}">
        <p14:creationId xmlns:p14="http://schemas.microsoft.com/office/powerpoint/2010/main" val="481534152"/>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97B60478-E51A-4B38-8004-603551D200C6}" type="datetime1">
              <a:rPr lang="en-US"/>
              <a:pPr>
                <a:defRPr/>
              </a:pPr>
              <a:t>11/29/2024</a:t>
            </a:fld>
            <a:endParaRPr lang="en-US"/>
          </a:p>
        </p:txBody>
      </p:sp>
      <p:sp>
        <p:nvSpPr>
          <p:cNvPr id="8" name="Footer Placeholder 2"/>
          <p:cNvSpPr>
            <a:spLocks noGrp="1"/>
          </p:cNvSpPr>
          <p:nvPr>
            <p:ph type="ftr" sz="quarter" idx="11"/>
          </p:nvPr>
        </p:nvSpPr>
        <p:spPr/>
        <p:txBody>
          <a:bodyPr/>
          <a:lstStyle>
            <a:lvl1pPr>
              <a:defRPr/>
            </a:lvl1pPr>
          </a:lstStyle>
          <a:p>
            <a:pPr>
              <a:defRPr/>
            </a:pPr>
            <a:r>
              <a:rPr lang="en-US"/>
              <a:t>Zeroth Review</a:t>
            </a:r>
          </a:p>
        </p:txBody>
      </p:sp>
      <p:sp>
        <p:nvSpPr>
          <p:cNvPr id="9" name="Slide Number Placeholder 22"/>
          <p:cNvSpPr>
            <a:spLocks noGrp="1"/>
          </p:cNvSpPr>
          <p:nvPr>
            <p:ph type="sldNum" sz="quarter" idx="12"/>
          </p:nvPr>
        </p:nvSpPr>
        <p:spPr/>
        <p:txBody>
          <a:bodyPr/>
          <a:lstStyle>
            <a:lvl1pPr>
              <a:defRPr/>
            </a:lvl1pPr>
          </a:lstStyle>
          <a:p>
            <a:fld id="{4429DB63-D0C8-415E-8DBD-5193B969540B}" type="slidenum">
              <a:rPr lang="en-US" altLang="zh-CN"/>
              <a:pPr/>
              <a:t>‹#›</a:t>
            </a:fld>
            <a:endParaRPr lang="en-US" altLang="zh-CN"/>
          </a:p>
        </p:txBody>
      </p:sp>
    </p:spTree>
    <p:extLst>
      <p:ext uri="{BB962C8B-B14F-4D97-AF65-F5344CB8AC3E}">
        <p14:creationId xmlns:p14="http://schemas.microsoft.com/office/powerpoint/2010/main" val="719732980"/>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60CA7B4A-4B01-4197-970A-3D8D15B283BB}" type="datetime1">
              <a:rPr lang="en-US"/>
              <a:pPr>
                <a:defRPr/>
              </a:pPr>
              <a:t>11/29/2024</a:t>
            </a:fld>
            <a:endParaRPr lang="en-US"/>
          </a:p>
        </p:txBody>
      </p:sp>
      <p:sp>
        <p:nvSpPr>
          <p:cNvPr id="4" name="Footer Placeholder 2"/>
          <p:cNvSpPr>
            <a:spLocks noGrp="1"/>
          </p:cNvSpPr>
          <p:nvPr>
            <p:ph type="ftr" sz="quarter" idx="11"/>
          </p:nvPr>
        </p:nvSpPr>
        <p:spPr/>
        <p:txBody>
          <a:bodyPr/>
          <a:lstStyle>
            <a:lvl1pPr>
              <a:defRPr/>
            </a:lvl1pPr>
          </a:lstStyle>
          <a:p>
            <a:pPr>
              <a:defRPr/>
            </a:pPr>
            <a:r>
              <a:rPr lang="en-US"/>
              <a:t>Zeroth Review</a:t>
            </a:r>
          </a:p>
        </p:txBody>
      </p:sp>
      <p:sp>
        <p:nvSpPr>
          <p:cNvPr id="5" name="Slide Number Placeholder 22"/>
          <p:cNvSpPr>
            <a:spLocks noGrp="1"/>
          </p:cNvSpPr>
          <p:nvPr>
            <p:ph type="sldNum" sz="quarter" idx="12"/>
          </p:nvPr>
        </p:nvSpPr>
        <p:spPr/>
        <p:txBody>
          <a:bodyPr/>
          <a:lstStyle>
            <a:lvl1pPr>
              <a:defRPr/>
            </a:lvl1pPr>
          </a:lstStyle>
          <a:p>
            <a:fld id="{18916402-F9D7-4E8E-8160-39155D10D96B}" type="slidenum">
              <a:rPr lang="en-US" altLang="zh-CN"/>
              <a:pPr/>
              <a:t>‹#›</a:t>
            </a:fld>
            <a:endParaRPr lang="en-US" altLang="zh-CN"/>
          </a:p>
        </p:txBody>
      </p:sp>
    </p:spTree>
    <p:extLst>
      <p:ext uri="{BB962C8B-B14F-4D97-AF65-F5344CB8AC3E}">
        <p14:creationId xmlns:p14="http://schemas.microsoft.com/office/powerpoint/2010/main" val="67791036"/>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63299621-2A6C-4F22-95C3-BABA53684433}" type="datetime1">
              <a:rPr lang="en-US"/>
              <a:pPr>
                <a:defRPr/>
              </a:pPr>
              <a:t>11/29/2024</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a:t>Zeroth Review</a:t>
            </a:r>
          </a:p>
        </p:txBody>
      </p:sp>
      <p:sp>
        <p:nvSpPr>
          <p:cNvPr id="4" name="Slide Number Placeholder 22"/>
          <p:cNvSpPr>
            <a:spLocks noGrp="1"/>
          </p:cNvSpPr>
          <p:nvPr>
            <p:ph type="sldNum" sz="quarter" idx="12"/>
          </p:nvPr>
        </p:nvSpPr>
        <p:spPr/>
        <p:txBody>
          <a:bodyPr/>
          <a:lstStyle>
            <a:lvl1pPr>
              <a:defRPr/>
            </a:lvl1pPr>
          </a:lstStyle>
          <a:p>
            <a:fld id="{A7FBFC07-89A7-49CA-84C9-A29BD84A5F27}" type="slidenum">
              <a:rPr lang="en-US" altLang="zh-CN"/>
              <a:pPr/>
              <a:t>‹#›</a:t>
            </a:fld>
            <a:endParaRPr lang="en-US" altLang="zh-CN"/>
          </a:p>
        </p:txBody>
      </p:sp>
    </p:spTree>
    <p:extLst>
      <p:ext uri="{BB962C8B-B14F-4D97-AF65-F5344CB8AC3E}">
        <p14:creationId xmlns:p14="http://schemas.microsoft.com/office/powerpoint/2010/main" val="3453047979"/>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8"/>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7D91626A-F49F-4A01-BB26-7298A4509905}" type="datetime1">
              <a:rPr lang="en-US"/>
              <a:pPr>
                <a:defRPr/>
              </a:pPr>
              <a:t>11/29/2024</a:t>
            </a:fld>
            <a:endParaRPr lang="en-US"/>
          </a:p>
        </p:txBody>
      </p:sp>
      <p:sp>
        <p:nvSpPr>
          <p:cNvPr id="8" name="Footer Placeholder 5"/>
          <p:cNvSpPr>
            <a:spLocks noGrp="1"/>
          </p:cNvSpPr>
          <p:nvPr>
            <p:ph type="ftr" sz="quarter" idx="11"/>
          </p:nvPr>
        </p:nvSpPr>
        <p:spPr/>
        <p:txBody>
          <a:bodyPr/>
          <a:lstStyle>
            <a:lvl1pPr>
              <a:defRPr/>
            </a:lvl1pPr>
          </a:lstStyle>
          <a:p>
            <a:pPr>
              <a:defRPr/>
            </a:pPr>
            <a:r>
              <a:rPr lang="en-US"/>
              <a:t>Zeroth Review</a:t>
            </a:r>
          </a:p>
        </p:txBody>
      </p:sp>
      <p:sp>
        <p:nvSpPr>
          <p:cNvPr id="9" name="Slide Number Placeholder 6"/>
          <p:cNvSpPr>
            <a:spLocks noGrp="1"/>
          </p:cNvSpPr>
          <p:nvPr>
            <p:ph type="sldNum" sz="quarter" idx="12"/>
          </p:nvPr>
        </p:nvSpPr>
        <p:spPr/>
        <p:txBody>
          <a:bodyPr/>
          <a:lstStyle>
            <a:lvl1pPr>
              <a:defRPr/>
            </a:lvl1pPr>
          </a:lstStyle>
          <a:p>
            <a:fld id="{4CBE802F-0F6C-48F9-AB78-6430DE06D7E5}" type="slidenum">
              <a:rPr lang="en-US" altLang="zh-CN"/>
              <a:pPr/>
              <a:t>‹#›</a:t>
            </a:fld>
            <a:endParaRPr lang="en-US" altLang="zh-CN"/>
          </a:p>
        </p:txBody>
      </p:sp>
    </p:spTree>
    <p:extLst>
      <p:ext uri="{BB962C8B-B14F-4D97-AF65-F5344CB8AC3E}">
        <p14:creationId xmlns:p14="http://schemas.microsoft.com/office/powerpoint/2010/main" val="334974935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90488" y="4683125"/>
            <a:ext cx="12009437"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92075" y="4649788"/>
            <a:ext cx="12007850"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92075" y="4773613"/>
            <a:ext cx="12007850" cy="4921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577420F4-AA54-4755-B81E-0F6E9CD50ACB}" type="datetime1">
              <a:rPr lang="en-US"/>
              <a:pPr>
                <a:defRPr/>
              </a:pPr>
              <a:t>11/29/2024</a:t>
            </a:fld>
            <a:endParaRPr lang="en-US"/>
          </a:p>
        </p:txBody>
      </p:sp>
      <p:sp>
        <p:nvSpPr>
          <p:cNvPr id="9" name="Footer Placeholder 5"/>
          <p:cNvSpPr>
            <a:spLocks noGrp="1"/>
          </p:cNvSpPr>
          <p:nvPr>
            <p:ph type="ftr" sz="quarter" idx="11"/>
          </p:nvPr>
        </p:nvSpPr>
        <p:spPr>
          <a:xfrm>
            <a:off x="1219200" y="6172200"/>
            <a:ext cx="5181600" cy="457200"/>
          </a:xfrm>
        </p:spPr>
        <p:txBody>
          <a:bodyPr/>
          <a:lstStyle>
            <a:lvl1pPr>
              <a:defRPr/>
            </a:lvl1pPr>
          </a:lstStyle>
          <a:p>
            <a:pPr>
              <a:defRPr/>
            </a:pPr>
            <a:r>
              <a:rPr lang="en-US"/>
              <a:t>Zeroth Review</a:t>
            </a:r>
          </a:p>
        </p:txBody>
      </p:sp>
      <p:sp>
        <p:nvSpPr>
          <p:cNvPr id="10" name="Slide Number Placeholder 6"/>
          <p:cNvSpPr>
            <a:spLocks noGrp="1"/>
          </p:cNvSpPr>
          <p:nvPr>
            <p:ph type="sldNum" sz="quarter" idx="12"/>
          </p:nvPr>
        </p:nvSpPr>
        <p:spPr>
          <a:xfrm>
            <a:off x="195263" y="6208713"/>
            <a:ext cx="609600" cy="457200"/>
          </a:xfrm>
        </p:spPr>
        <p:txBody>
          <a:bodyPr/>
          <a:lstStyle>
            <a:lvl1pPr>
              <a:defRPr/>
            </a:lvl1pPr>
          </a:lstStyle>
          <a:p>
            <a:fld id="{571B5D12-F007-4A2C-AFE3-5CB377765193}" type="slidenum">
              <a:rPr lang="en-US" altLang="zh-CN"/>
              <a:pPr/>
              <a:t>‹#›</a:t>
            </a:fld>
            <a:endParaRPr lang="en-US" altLang="zh-CN"/>
          </a:p>
        </p:txBody>
      </p:sp>
    </p:spTree>
    <p:extLst>
      <p:ext uri="{BB962C8B-B14F-4D97-AF65-F5344CB8AC3E}">
        <p14:creationId xmlns:p14="http://schemas.microsoft.com/office/powerpoint/2010/main" val="383314244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2FAAC00B-0B29-44B3-A3DB-BF9FD923A612}" type="datetime1">
              <a:rPr lang="en-US"/>
              <a:pPr>
                <a:defRPr/>
              </a:pPr>
              <a:t>11/29/2024</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Zeroth Review</a:t>
            </a:r>
          </a:p>
        </p:txBody>
      </p:sp>
      <p:sp>
        <p:nvSpPr>
          <p:cNvPr id="6" name="Slide Number Placeholder 22"/>
          <p:cNvSpPr>
            <a:spLocks noGrp="1"/>
          </p:cNvSpPr>
          <p:nvPr>
            <p:ph type="sldNum" sz="quarter" idx="12"/>
          </p:nvPr>
        </p:nvSpPr>
        <p:spPr/>
        <p:txBody>
          <a:bodyPr/>
          <a:lstStyle>
            <a:lvl1pPr>
              <a:defRPr/>
            </a:lvl1pPr>
          </a:lstStyle>
          <a:p>
            <a:fld id="{D04B2884-ED21-4CD0-BAB2-67A6833A628C}" type="slidenum">
              <a:rPr lang="en-US" altLang="zh-CN"/>
              <a:pPr/>
              <a:t>‹#›</a:t>
            </a:fld>
            <a:endParaRPr lang="en-US" altLang="zh-CN"/>
          </a:p>
        </p:txBody>
      </p:sp>
    </p:spTree>
    <p:extLst>
      <p:ext uri="{BB962C8B-B14F-4D97-AF65-F5344CB8AC3E}">
        <p14:creationId xmlns:p14="http://schemas.microsoft.com/office/powerpoint/2010/main" val="1947553614"/>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7197FE50-57D5-484D-9E4F-FFC059A4636C}" type="datetime1">
              <a:rPr lang="en-US"/>
              <a:pPr>
                <a:defRPr/>
              </a:pPr>
              <a:t>11/29/2024</a:t>
            </a:fld>
            <a:endParaRPr lang="en-US"/>
          </a:p>
        </p:txBody>
      </p:sp>
      <p:sp>
        <p:nvSpPr>
          <p:cNvPr id="5" name="Footer Placeholder 2"/>
          <p:cNvSpPr>
            <a:spLocks noGrp="1"/>
          </p:cNvSpPr>
          <p:nvPr>
            <p:ph type="ftr" sz="quarter" idx="11"/>
          </p:nvPr>
        </p:nvSpPr>
        <p:spPr/>
        <p:txBody>
          <a:bodyPr/>
          <a:lstStyle>
            <a:lvl1pPr>
              <a:defRPr/>
            </a:lvl1pPr>
          </a:lstStyle>
          <a:p>
            <a:pPr>
              <a:defRPr/>
            </a:pPr>
            <a:r>
              <a:rPr lang="en-US"/>
              <a:t>Zeroth Review</a:t>
            </a:r>
          </a:p>
        </p:txBody>
      </p:sp>
      <p:sp>
        <p:nvSpPr>
          <p:cNvPr id="6" name="Slide Number Placeholder 22"/>
          <p:cNvSpPr>
            <a:spLocks noGrp="1"/>
          </p:cNvSpPr>
          <p:nvPr>
            <p:ph type="sldNum" sz="quarter" idx="12"/>
          </p:nvPr>
        </p:nvSpPr>
        <p:spPr/>
        <p:txBody>
          <a:bodyPr/>
          <a:lstStyle>
            <a:lvl1pPr>
              <a:defRPr/>
            </a:lvl1pPr>
          </a:lstStyle>
          <a:p>
            <a:fld id="{7873DAE9-6CC3-4F9A-AAAC-3B93F345A9DE}" type="slidenum">
              <a:rPr lang="en-US" altLang="zh-CN"/>
              <a:pPr/>
              <a:t>‹#›</a:t>
            </a:fld>
            <a:endParaRPr lang="en-US" altLang="zh-CN"/>
          </a:p>
        </p:txBody>
      </p:sp>
    </p:spTree>
    <p:extLst>
      <p:ext uri="{BB962C8B-B14F-4D97-AF65-F5344CB8AC3E}">
        <p14:creationId xmlns:p14="http://schemas.microsoft.com/office/powerpoint/2010/main" val="1372636249"/>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p:cNvSpPr>
            <a:spLocks noGrp="1" noChangeArrowheads="1"/>
          </p:cNvSpPr>
          <p:nvPr>
            <p:ph type="title"/>
          </p:nvPr>
        </p:nvSpPr>
        <p:spPr bwMode="auto">
          <a:xfrm>
            <a:off x="1219200" y="274638"/>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p:cNvSpPr>
            <a:spLocks noGrp="1" noChangeArrowheads="1"/>
          </p:cNvSpPr>
          <p:nvPr>
            <p:ph type="body" idx="1"/>
          </p:nvPr>
        </p:nvSpPr>
        <p:spPr bwMode="auto">
          <a:xfrm>
            <a:off x="1219200" y="1447800"/>
            <a:ext cx="1036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a:defRPr/>
            </a:pPr>
            <a:fld id="{AE69513F-680C-496C-99FA-A342C61217CE}" type="datetime1">
              <a:rPr lang="en-US"/>
              <a:pPr>
                <a:defRPr/>
              </a:pPr>
              <a:t>11/29/2024</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a:defRPr/>
            </a:pPr>
            <a:r>
              <a:rPr lang="en-US"/>
              <a:t>Zeroth Review</a:t>
            </a:r>
          </a:p>
        </p:txBody>
      </p:sp>
      <p:sp>
        <p:nvSpPr>
          <p:cNvPr id="23" name="Slide Number Placeholder 22"/>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itchFamily="34" charset="0"/>
                <a:ea typeface="幼圆"/>
                <a:cs typeface="幼圆"/>
              </a:defRPr>
            </a:lvl1pPr>
          </a:lstStyle>
          <a:p>
            <a:fld id="{6A7AAE40-E81C-4889-9C80-4EBCFCC6F57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22" r:id="rId1"/>
    <p:sldLayoutId id="2147483715" r:id="rId2"/>
    <p:sldLayoutId id="2147483723" r:id="rId3"/>
    <p:sldLayoutId id="2147483716" r:id="rId4"/>
    <p:sldLayoutId id="2147483717" r:id="rId5"/>
    <p:sldLayoutId id="2147483718" r:id="rId6"/>
    <p:sldLayoutId id="2147483719" r:id="rId7"/>
    <p:sldLayoutId id="2147483724" r:id="rId8"/>
    <p:sldLayoutId id="2147483725" r:id="rId9"/>
    <p:sldLayoutId id="2147483720" r:id="rId10"/>
    <p:sldLayoutId id="2147483721" r:id="rId11"/>
  </p:sldLayoutIdLst>
  <p:transition spd="med">
    <p:fade/>
  </p:transition>
  <p:hf sldNum="0" hdr="0" ft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anose="020B0503020102020204" pitchFamily="34" charset="0"/>
        </a:defRPr>
      </a:lvl2pPr>
      <a:lvl3pPr algn="l" rtl="0" eaLnBrk="0" fontAlgn="base" hangingPunct="0">
        <a:spcBef>
          <a:spcPct val="0"/>
        </a:spcBef>
        <a:spcAft>
          <a:spcPct val="0"/>
        </a:spcAft>
        <a:defRPr sz="4000">
          <a:solidFill>
            <a:schemeClr val="tx2"/>
          </a:solidFill>
          <a:latin typeface="Franklin Gothic Book" panose="020B0503020102020204" pitchFamily="34" charset="0"/>
        </a:defRPr>
      </a:lvl3pPr>
      <a:lvl4pPr algn="l" rtl="0" eaLnBrk="0" fontAlgn="base" hangingPunct="0">
        <a:spcBef>
          <a:spcPct val="0"/>
        </a:spcBef>
        <a:spcAft>
          <a:spcPct val="0"/>
        </a:spcAft>
        <a:defRPr sz="4000">
          <a:solidFill>
            <a:schemeClr val="tx2"/>
          </a:solidFill>
          <a:latin typeface="Franklin Gothic Book" panose="020B0503020102020204" pitchFamily="34" charset="0"/>
        </a:defRPr>
      </a:lvl4pPr>
      <a:lvl5pPr algn="l" rtl="0" eaLnBrk="0" fontAlgn="base" hangingPunct="0">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4.gif"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4.gif" /><Relationship Id="rId1" Type="http://schemas.openxmlformats.org/officeDocument/2006/relationships/slideLayout" Target="../slideLayouts/slideLayout4.xml" /></Relationships>
</file>

<file path=ppt/slides/_rels/slide1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4.gif"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3100" y="176213"/>
            <a:ext cx="119697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71450" y="3354389"/>
            <a:ext cx="11857038" cy="3151920"/>
          </a:xfrm>
        </p:spPr>
        <p:txBody>
          <a:bodyPr>
            <a:normAutofit fontScale="47500" lnSpcReduction="20000"/>
          </a:bodyPr>
          <a:lstStyle/>
          <a:p>
            <a:pPr eaLnBrk="1" fontAlgn="auto" hangingPunct="1">
              <a:lnSpc>
                <a:spcPct val="90000"/>
              </a:lnSpc>
              <a:spcBef>
                <a:spcPts val="463"/>
              </a:spcBef>
              <a:spcAft>
                <a:spcPts val="0"/>
              </a:spcAft>
              <a:buFont typeface="Wingdings 2"/>
              <a:buNone/>
              <a:defRPr/>
            </a:pPr>
            <a:endParaRPr lang="en-US" altLang="zh-CN" sz="3100" b="1" dirty="0">
              <a:solidFill>
                <a:srgbClr val="00B050"/>
              </a:solidFill>
              <a:latin typeface="Times New Roman" pitchFamily="18" charset="0"/>
              <a:cs typeface="Times New Roman" panose="02020603050405020304" pitchFamily="18" charset="0"/>
            </a:endParaRPr>
          </a:p>
          <a:p>
            <a:pPr eaLnBrk="1" fontAlgn="auto" hangingPunct="1">
              <a:lnSpc>
                <a:spcPct val="90000"/>
              </a:lnSpc>
              <a:spcBef>
                <a:spcPts val="463"/>
              </a:spcBef>
              <a:spcAft>
                <a:spcPts val="0"/>
              </a:spcAft>
              <a:buFont typeface="Wingdings 2"/>
              <a:buNone/>
              <a:defRPr/>
            </a:pPr>
            <a:r>
              <a:rPr lang="en-US" altLang="zh-CN" sz="3800" b="1" dirty="0">
                <a:solidFill>
                  <a:srgbClr val="00B050"/>
                </a:solidFill>
                <a:latin typeface="Times New Roman" pitchFamily="18" charset="0"/>
                <a:cs typeface="Times New Roman" panose="02020603050405020304" pitchFamily="18" charset="0"/>
              </a:rPr>
              <a:t>Presented by:</a:t>
            </a:r>
          </a:p>
          <a:p>
            <a:pPr eaLnBrk="1" fontAlgn="auto" hangingPunct="1">
              <a:lnSpc>
                <a:spcPct val="90000"/>
              </a:lnSpc>
              <a:spcBef>
                <a:spcPts val="463"/>
              </a:spcBef>
              <a:spcAft>
                <a:spcPts val="0"/>
              </a:spcAft>
              <a:buFont typeface="Wingdings 2"/>
              <a:buNone/>
              <a:defRPr/>
            </a:pPr>
            <a:r>
              <a:rPr lang="en-US" altLang="zh-CN" sz="3600" b="1" dirty="0">
                <a:solidFill>
                  <a:srgbClr val="000000"/>
                </a:solidFill>
                <a:latin typeface="Times New Roman" pitchFamily="18" charset="0"/>
                <a:cs typeface="Times New Roman" panose="02020603050405020304" pitchFamily="18" charset="0"/>
              </a:rPr>
              <a:t>P DIVYASHRI (2303811710622023)</a:t>
            </a:r>
          </a:p>
          <a:p>
            <a:pPr eaLnBrk="1" fontAlgn="auto" hangingPunct="1">
              <a:lnSpc>
                <a:spcPct val="90000"/>
              </a:lnSpc>
              <a:spcBef>
                <a:spcPts val="463"/>
              </a:spcBef>
              <a:spcAft>
                <a:spcPts val="0"/>
              </a:spcAft>
              <a:buFont typeface="Wingdings 2"/>
              <a:buNone/>
              <a:defRPr/>
            </a:pPr>
            <a:r>
              <a:rPr lang="en-US" altLang="zh-CN" sz="3600" b="1" dirty="0">
                <a:solidFill>
                  <a:srgbClr val="000000"/>
                </a:solidFill>
                <a:latin typeface="Times New Roman" pitchFamily="18" charset="0"/>
                <a:cs typeface="Times New Roman" panose="02020603050405020304" pitchFamily="18" charset="0"/>
              </a:rPr>
              <a:t>KANISHKA L (2303811710622049)</a:t>
            </a:r>
          </a:p>
          <a:p>
            <a:pPr eaLnBrk="1" fontAlgn="auto" hangingPunct="1">
              <a:lnSpc>
                <a:spcPct val="90000"/>
              </a:lnSpc>
              <a:spcBef>
                <a:spcPts val="463"/>
              </a:spcBef>
              <a:spcAft>
                <a:spcPts val="0"/>
              </a:spcAft>
              <a:buFont typeface="Wingdings 2"/>
              <a:buNone/>
              <a:defRPr/>
            </a:pPr>
            <a:r>
              <a:rPr lang="en-US" altLang="zh-CN" sz="3600" b="1" dirty="0">
                <a:solidFill>
                  <a:srgbClr val="000000"/>
                </a:solidFill>
                <a:latin typeface="Times New Roman" pitchFamily="18" charset="0"/>
                <a:cs typeface="Times New Roman" panose="02020603050405020304" pitchFamily="18" charset="0"/>
              </a:rPr>
              <a:t>KEERTHIGA T (2303811710622052)</a:t>
            </a:r>
          </a:p>
          <a:p>
            <a:pPr algn="r" eaLnBrk="1" fontAlgn="auto" hangingPunct="1">
              <a:lnSpc>
                <a:spcPct val="120000"/>
              </a:lnSpc>
              <a:spcBef>
                <a:spcPts val="580"/>
              </a:spcBef>
              <a:spcAft>
                <a:spcPts val="0"/>
              </a:spcAft>
              <a:buFont typeface="Wingdings 2"/>
              <a:buNone/>
              <a:defRPr/>
            </a:pPr>
            <a:r>
              <a:rPr lang="en-US" altLang="zh-CN" sz="3100" b="1" dirty="0">
                <a:solidFill>
                  <a:srgbClr val="00B050"/>
                </a:solidFill>
                <a:latin typeface="Times New Roman" pitchFamily="18" charset="0"/>
                <a:cs typeface="Times New Roman" panose="02020603050405020304" pitchFamily="18" charset="0"/>
              </a:rPr>
              <a:t>										</a:t>
            </a:r>
            <a:r>
              <a:rPr lang="en-US" sz="32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Under the Guidance of                                          </a:t>
            </a:r>
          </a:p>
          <a:p>
            <a:pPr algn="r" eaLnBrk="1" fontAlgn="auto" hangingPunct="1">
              <a:lnSpc>
                <a:spcPct val="120000"/>
              </a:lnSpc>
              <a:spcBef>
                <a:spcPts val="580"/>
              </a:spcBef>
              <a:spcAft>
                <a:spcPts val="0"/>
              </a:spcAft>
              <a:buFont typeface="Wingdings 2"/>
              <a:buNone/>
              <a:defRPr/>
            </a:pPr>
            <a:r>
              <a:rPr lang="en-US" sz="32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MR.PARTHIBARAJ</a:t>
            </a:r>
          </a:p>
          <a:p>
            <a:pPr algn="r" eaLnBrk="1" fontAlgn="auto" hangingPunct="1">
              <a:lnSpc>
                <a:spcPct val="120000"/>
              </a:lnSpc>
              <a:spcBef>
                <a:spcPts val="580"/>
              </a:spcBef>
              <a:spcAft>
                <a:spcPts val="0"/>
              </a:spcAft>
              <a:buFont typeface="Wingdings 2"/>
              <a:buNone/>
              <a:defRPr/>
            </a:pPr>
            <a:r>
              <a:rPr lang="en-US" sz="32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ASSISTANT PROFESSOR </a:t>
            </a:r>
          </a:p>
          <a:p>
            <a:pPr algn="r" eaLnBrk="1" fontAlgn="auto" hangingPunct="1">
              <a:lnSpc>
                <a:spcPct val="120000"/>
              </a:lnSpc>
              <a:spcBef>
                <a:spcPts val="580"/>
              </a:spcBef>
              <a:spcAft>
                <a:spcPts val="0"/>
              </a:spcAft>
              <a:buFont typeface="Wingdings 2"/>
              <a:buNone/>
              <a:defRPr/>
            </a:pPr>
            <a:r>
              <a:rPr lang="en-US" sz="3200" dirty="0">
                <a:latin typeface="Times New Roman" panose="02020603050405020304" pitchFamily="18" charset="0"/>
                <a:ea typeface="Microsoft Sans Serif" panose="020B0604020202020204" pitchFamily="34" charset="0"/>
                <a:cs typeface="Times New Roman" panose="02020603050405020304" pitchFamily="18" charset="0"/>
              </a:rPr>
              <a:t>ELECTRONICS AND COMMUNICATION</a:t>
            </a:r>
          </a:p>
          <a:p>
            <a:pPr eaLnBrk="1" fontAlgn="auto" hangingPunct="1">
              <a:lnSpc>
                <a:spcPct val="90000"/>
              </a:lnSpc>
              <a:spcBef>
                <a:spcPts val="463"/>
              </a:spcBef>
              <a:spcAft>
                <a:spcPts val="0"/>
              </a:spcAft>
              <a:buFont typeface="Wingdings 2"/>
              <a:buNone/>
              <a:defRPr/>
            </a:pPr>
            <a:endParaRPr lang="en-US" altLang="zh-CN" sz="2200" b="1" dirty="0">
              <a:solidFill>
                <a:srgbClr val="000000"/>
              </a:solidFill>
              <a:latin typeface="Times New Roman" pitchFamily="18" charset="0"/>
              <a:cs typeface="Times New Roman" panose="02020603050405020304" pitchFamily="18" charset="0"/>
            </a:endParaRPr>
          </a:p>
          <a:p>
            <a:pPr eaLnBrk="1" fontAlgn="auto" hangingPunct="1">
              <a:lnSpc>
                <a:spcPct val="90000"/>
              </a:lnSpc>
              <a:spcBef>
                <a:spcPts val="463"/>
              </a:spcBef>
              <a:spcAft>
                <a:spcPts val="0"/>
              </a:spcAft>
              <a:buFont typeface="Wingdings 2"/>
              <a:buNone/>
              <a:defRPr/>
            </a:pPr>
            <a:endParaRPr lang="en-US" altLang="zh-CN" sz="2200" b="1" dirty="0">
              <a:solidFill>
                <a:srgbClr val="000000"/>
              </a:solidFill>
              <a:latin typeface="Times New Roman" pitchFamily="18" charset="0"/>
              <a:cs typeface="Times New Roman" panose="02020603050405020304" pitchFamily="18" charset="0"/>
            </a:endParaRPr>
          </a:p>
          <a:p>
            <a:pPr algn="r" eaLnBrk="1" fontAlgn="auto" hangingPunct="1">
              <a:lnSpc>
                <a:spcPct val="90000"/>
              </a:lnSpc>
              <a:spcBef>
                <a:spcPts val="463"/>
              </a:spcBef>
              <a:spcAft>
                <a:spcPts val="0"/>
              </a:spcAft>
              <a:buFont typeface="Wingdings 2"/>
              <a:buNone/>
              <a:defRPr/>
            </a:pPr>
            <a:r>
              <a:rPr lang="en-US" altLang="zh-CN" sz="2700" b="1" i="1" dirty="0">
                <a:solidFill>
                  <a:srgbClr val="00B050"/>
                </a:solidFill>
                <a:latin typeface="Times New Roman" pitchFamily="18" charset="0"/>
                <a:cs typeface="Times New Roman" panose="02020603050405020304" pitchFamily="18" charset="0"/>
              </a:rPr>
              <a:t>	</a:t>
            </a:r>
            <a:endParaRPr lang="en-US" altLang="zh-CN" sz="2700" dirty="0">
              <a:latin typeface="Times New Roman" panose="02020603050405020304" pitchFamily="18" charset="0"/>
              <a:cs typeface="Times New Roman" panose="02020603050405020304" pitchFamily="18" charset="0"/>
            </a:endParaRPr>
          </a:p>
          <a:p>
            <a:pPr eaLnBrk="1" fontAlgn="auto" hangingPunct="1">
              <a:lnSpc>
                <a:spcPct val="80000"/>
              </a:lnSpc>
              <a:spcBef>
                <a:spcPts val="463"/>
              </a:spcBef>
              <a:spcAft>
                <a:spcPts val="0"/>
              </a:spcAft>
              <a:buFont typeface="Wingdings 2"/>
              <a:buNone/>
              <a:defRPr/>
            </a:pPr>
            <a:endParaRPr lang="en-US" altLang="zh-CN" sz="2700" dirty="0">
              <a:latin typeface="Times New Roman" panose="02020603050405020304" pitchFamily="18" charset="0"/>
              <a:cs typeface="Times New Roman" panose="02020603050405020304" pitchFamily="18" charset="0"/>
            </a:endParaRPr>
          </a:p>
          <a:p>
            <a:pPr algn="r" eaLnBrk="1" fontAlgn="auto" hangingPunct="1">
              <a:lnSpc>
                <a:spcPct val="90000"/>
              </a:lnSpc>
              <a:spcBef>
                <a:spcPts val="463"/>
              </a:spcBef>
              <a:spcAft>
                <a:spcPts val="0"/>
              </a:spcAft>
              <a:buFont typeface="Wingdings 2"/>
              <a:buNone/>
              <a:defRPr/>
            </a:pPr>
            <a:endParaRPr lang="en-US" altLang="zh-CN" sz="1600" dirty="0">
              <a:latin typeface="Times New Roman" panose="02020603050405020304" pitchFamily="18" charset="0"/>
              <a:cs typeface="Times New Roman" panose="02020603050405020304" pitchFamily="18" charset="0"/>
            </a:endParaRPr>
          </a:p>
        </p:txBody>
      </p:sp>
      <p:sp>
        <p:nvSpPr>
          <p:cNvPr id="8196" name="Title 5"/>
          <p:cNvSpPr>
            <a:spLocks noGrp="1" noChangeArrowheads="1"/>
          </p:cNvSpPr>
          <p:nvPr>
            <p:ph type="ctrTitle"/>
          </p:nvPr>
        </p:nvSpPr>
        <p:spPr>
          <a:xfrm>
            <a:off x="263526" y="1371600"/>
            <a:ext cx="11928474" cy="1793631"/>
          </a:xfrm>
        </p:spPr>
        <p:txBody>
          <a:bodyPr/>
          <a:lstStyle/>
          <a:p>
            <a:pPr eaLnBrk="1" hangingPunct="1"/>
            <a:r>
              <a:rPr altLang="en-US" sz="3200" b="1" dirty="0">
                <a:latin typeface="Times New Roman" pitchFamily="18" charset="0"/>
                <a:cs typeface="Times New Roman" pitchFamily="18" charset="0"/>
              </a:rPr>
              <a:t>ECB1204 </a:t>
            </a:r>
            <a:r>
              <a:rPr lang="en-US" altLang="en-US" sz="3200" b="1" dirty="0">
                <a:latin typeface="Times New Roman" pitchFamily="18" charset="0"/>
                <a:cs typeface="Times New Roman" pitchFamily="18" charset="0"/>
              </a:rPr>
              <a:t>–</a:t>
            </a:r>
            <a:r>
              <a:rPr altLang="en-US" sz="3200" b="1" dirty="0">
                <a:latin typeface="Times New Roman" pitchFamily="18" charset="0"/>
                <a:cs typeface="Times New Roman" pitchFamily="18" charset="0"/>
              </a:rPr>
              <a:t> ANALOG INTEGRATED CIRCUIT DESIGN DARKNESS DETECTOR</a:t>
            </a:r>
          </a:p>
        </p:txBody>
      </p:sp>
      <p:pic>
        <p:nvPicPr>
          <p:cNvPr id="8197" name="Picture 9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5" y="306388"/>
            <a:ext cx="10414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7"/>
          <p:cNvSpPr>
            <a:spLocks noGrp="1" noChangeArrowheads="1"/>
          </p:cNvSpPr>
          <p:nvPr>
            <p:ph type="title"/>
          </p:nvPr>
        </p:nvSpPr>
        <p:spPr>
          <a:xfrm>
            <a:off x="464344" y="177383"/>
            <a:ext cx="11118056" cy="983476"/>
          </a:xfrm>
        </p:spPr>
        <p:txBody>
          <a:bodyPr/>
          <a:lstStyle/>
          <a:p>
            <a:pPr algn="ctr" eaLnBrk="1" hangingPunct="1"/>
            <a:r>
              <a:rPr lang="en-US" altLang="en-US" sz="3600" b="1" dirty="0">
                <a:solidFill>
                  <a:srgbClr val="500000"/>
                </a:solidFill>
                <a:latin typeface="Times New Roman" pitchFamily="18" charset="0"/>
                <a:cs typeface="Times New Roman" pitchFamily="18" charset="0"/>
              </a:rPr>
              <a:t>ABSTRACT </a:t>
            </a:r>
            <a:endParaRPr lang="en-IN" altLang="en-US" sz="3600" b="1" dirty="0">
              <a:latin typeface="Times New Roman" pitchFamily="18" charset="0"/>
              <a:cs typeface="Times New Roman" pitchFamily="18" charset="0"/>
            </a:endParaRPr>
          </a:p>
        </p:txBody>
      </p:sp>
      <p:sp>
        <p:nvSpPr>
          <p:cNvPr id="3" name="TextBox 2"/>
          <p:cNvSpPr txBox="1"/>
          <p:nvPr/>
        </p:nvSpPr>
        <p:spPr>
          <a:xfrm>
            <a:off x="290945" y="1417638"/>
            <a:ext cx="11610110" cy="5262979"/>
          </a:xfrm>
          <a:prstGeom prst="rect">
            <a:avLst/>
          </a:prstGeom>
          <a:noFill/>
        </p:spPr>
        <p:txBody>
          <a:bodyPr wrap="square" rtlCol="0">
            <a:spAutoFit/>
          </a:bodyPr>
          <a:lstStyle/>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involves designing and implementing a Light Sensor and Darkness Detector using the IC 741 operational amplifier (op-amp) in analog circuits. The primary objective is to create a circuit that can automatically detect light intensity and activate an output signal when darkness is detected. The circuit uses a Light Dependent Resistor (LDR) as the light sensor, which alters its resistance based on the ambient light.</a:t>
            </a:r>
          </a:p>
          <a:p>
            <a:pPr algn="just"/>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IC 741 is configured as a comparator that compares the voltage from the LDR with a reference voltage, allowing it to detect changes in light levels. When the ambient light falls below a certain threshold, the comparator triggers an output signal, typically lighting up an LED to indicate darkness. </a:t>
            </a:r>
          </a:p>
          <a:p>
            <a:pPr algn="just"/>
            <a:r>
              <a:rPr lang="en-US" sz="2400"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simple, cost-effective project has practical applications in automation systems such as automatic lighting, day-night switches, and security systems.</a:t>
            </a:r>
          </a:p>
          <a:p>
            <a:pPr marL="285750" indent="-285750"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a:xfrm>
            <a:off x="1321594" y="428625"/>
            <a:ext cx="9572625" cy="946547"/>
          </a:xfrm>
        </p:spPr>
        <p:txBody>
          <a:bodyPr/>
          <a:lstStyle/>
          <a:p>
            <a:pPr algn="ctr" eaLnBrk="1" hangingPunct="1"/>
            <a:r>
              <a:rPr lang="en-US" altLang="en-US" b="1" dirty="0">
                <a:solidFill>
                  <a:schemeClr val="accent1">
                    <a:lumMod val="50000"/>
                  </a:schemeClr>
                </a:solidFill>
                <a:latin typeface="Times New Roman" pitchFamily="18" charset="0"/>
                <a:cs typeface="Times New Roman" pitchFamily="18" charset="0"/>
              </a:rPr>
              <a:t>INTRODUCTION </a:t>
            </a:r>
            <a:endParaRPr lang="en-IN" altLang="en-US" b="1" dirty="0">
              <a:solidFill>
                <a:schemeClr val="accent1">
                  <a:lumMod val="50000"/>
                </a:schemeClr>
              </a:solidFill>
              <a:latin typeface="Times New Roman" pitchFamily="18" charset="0"/>
              <a:cs typeface="Times New Roman" pitchFamily="18" charset="0"/>
            </a:endParaRPr>
          </a:p>
        </p:txBody>
      </p:sp>
      <p:sp>
        <p:nvSpPr>
          <p:cNvPr id="14340" name="Rectangle 1"/>
          <p:cNvSpPr>
            <a:spLocks noGrp="1" noChangeArrowheads="1"/>
          </p:cNvSpPr>
          <p:nvPr>
            <p:ph sz="quarter" idx="1"/>
          </p:nvPr>
        </p:nvSpPr>
        <p:spPr>
          <a:xfrm>
            <a:off x="609600" y="998108"/>
            <a:ext cx="10852727" cy="67095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gn="just">
              <a:spcBef>
                <a:spcPct val="0"/>
              </a:spcBef>
              <a:buClrTx/>
              <a:buSzTx/>
              <a:buNone/>
            </a:pPr>
            <a:endParaRPr lang="en-US" altLang="en-US" sz="2000" dirty="0">
              <a:latin typeface="Times New Roman" panose="02020603050405020304" pitchFamily="18" charset="0"/>
              <a:cs typeface="Times New Roman" panose="02020603050405020304" pitchFamily="18" charset="0"/>
            </a:endParaRPr>
          </a:p>
          <a:p>
            <a:pPr marL="0" indent="0" algn="just">
              <a:spcBef>
                <a:spcPct val="0"/>
              </a:spcBef>
              <a:buClrTx/>
              <a:buSzTx/>
              <a:buNone/>
            </a:pPr>
            <a:endParaRPr lang="en-US" altLang="en-US" sz="2000" dirty="0">
              <a:latin typeface="Times New Roman" panose="02020603050405020304" pitchFamily="18" charset="0"/>
              <a:cs typeface="Times New Roman" panose="02020603050405020304" pitchFamily="18" charset="0"/>
            </a:endParaRPr>
          </a:p>
          <a:p>
            <a:pPr algn="just">
              <a:spcBef>
                <a:spcPct val="0"/>
              </a:spcBef>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 primary objective of this project is to design and develop a light sensor and darkness detector using the IC 741 operational amplifier, which can automatically detect changes in ambient light and activate an output signal to indicate the presence or absence of light. </a:t>
            </a:r>
          </a:p>
          <a:p>
            <a:pPr algn="just">
              <a:spcBef>
                <a:spcPct val="0"/>
              </a:spcBef>
              <a:buClrTx/>
              <a:buSzTx/>
              <a:buFont typeface="Wingdings" panose="05000000000000000000" pitchFamily="2" charset="2"/>
              <a:buChar char="Ø"/>
            </a:pPr>
            <a:endParaRPr lang="en-US" altLang="en-US" sz="2400" b="1" dirty="0">
              <a:latin typeface="Times New Roman" panose="02020603050405020304" pitchFamily="18" charset="0"/>
              <a:cs typeface="Times New Roman" panose="02020603050405020304" pitchFamily="18" charset="0"/>
            </a:endParaRPr>
          </a:p>
          <a:p>
            <a:pPr algn="just">
              <a:spcBef>
                <a:spcPct val="0"/>
              </a:spcBef>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The system aims to Detect varying levels of light using a Light Dependent Resistor (LDR) and respond appropriately by turning on an indicator (LED) when the light level drops below a pre-set threshold.</a:t>
            </a:r>
          </a:p>
          <a:p>
            <a:pPr algn="just">
              <a:spcBef>
                <a:spcPct val="0"/>
              </a:spcBef>
              <a:buClrTx/>
              <a:buSzTx/>
              <a:buFont typeface="Wingdings" panose="05000000000000000000" pitchFamily="2" charset="2"/>
              <a:buChar char="Ø"/>
            </a:pPr>
            <a:endParaRPr lang="en-US" altLang="en-US" sz="2400" dirty="0">
              <a:latin typeface="Times New Roman" panose="02020603050405020304" pitchFamily="18" charset="0"/>
              <a:cs typeface="Times New Roman" panose="02020603050405020304" pitchFamily="18" charset="0"/>
            </a:endParaRPr>
          </a:p>
          <a:p>
            <a:pPr algn="just">
              <a:spcBef>
                <a:spcPct val="0"/>
              </a:spcBef>
              <a:buClrTx/>
              <a:buSzTx/>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It serve as a simple, cost-effective solution for real-time monitoring and response to changes in light conditions.</a:t>
            </a:r>
          </a:p>
          <a:p>
            <a:pPr marL="0" indent="0">
              <a:spcBef>
                <a:spcPct val="0"/>
              </a:spcBef>
              <a:buClrTx/>
              <a:buSzTx/>
              <a:buFontTx/>
              <a:buChar char="•"/>
            </a:pPr>
            <a:endParaRPr lang="en-US" altLang="en-US" sz="1800" b="1" dirty="0">
              <a:latin typeface="Arial" pitchFamily="34" charset="0"/>
            </a:endParaRPr>
          </a:p>
          <a:p>
            <a:pPr marL="0" indent="0">
              <a:spcBef>
                <a:spcPct val="0"/>
              </a:spcBef>
              <a:buClrTx/>
              <a:buSzTx/>
              <a:buFontTx/>
              <a:buChar char="•"/>
            </a:pPr>
            <a:endParaRPr lang="en-US" altLang="en-US" sz="1800" b="1" dirty="0">
              <a:latin typeface="Arial" pitchFamily="34" charset="0"/>
            </a:endParaRPr>
          </a:p>
          <a:p>
            <a:pPr marL="0" indent="0">
              <a:spcBef>
                <a:spcPct val="0"/>
              </a:spcBef>
              <a:buClrTx/>
              <a:buSzTx/>
              <a:buNone/>
            </a:pPr>
            <a:endParaRPr lang="en-US" altLang="en-US" sz="1800" b="1" dirty="0">
              <a:latin typeface="Arial" pitchFamily="34" charset="0"/>
            </a:endParaRPr>
          </a:p>
          <a:p>
            <a:pPr marL="0" indent="0">
              <a:spcBef>
                <a:spcPct val="0"/>
              </a:spcBef>
              <a:buClrTx/>
              <a:buSzTx/>
              <a:buFontTx/>
              <a:buChar char="•"/>
            </a:pPr>
            <a:endParaRPr lang="en-US" altLang="en-US" sz="1800" b="1" dirty="0">
              <a:latin typeface="Arial" pitchFamily="34" charset="0"/>
            </a:endParaRPr>
          </a:p>
          <a:p>
            <a:pPr marL="0" indent="0">
              <a:spcBef>
                <a:spcPct val="0"/>
              </a:spcBef>
              <a:buClrTx/>
              <a:buSzTx/>
              <a:buFontTx/>
              <a:buChar char="•"/>
            </a:pPr>
            <a:endParaRPr lang="en-US" altLang="en-US" sz="1800" b="1" dirty="0">
              <a:latin typeface="Arial" pitchFamily="34" charset="0"/>
            </a:endParaRPr>
          </a:p>
          <a:p>
            <a:pPr marL="0" indent="0">
              <a:spcBef>
                <a:spcPct val="0"/>
              </a:spcBef>
              <a:buClrTx/>
              <a:buSzTx/>
              <a:buFontTx/>
              <a:buChar char="•"/>
            </a:pPr>
            <a:endParaRPr lang="en-US" altLang="en-US" sz="1800" b="1" dirty="0">
              <a:latin typeface="Arial" pitchFamily="34" charset="0"/>
            </a:endParaRPr>
          </a:p>
          <a:p>
            <a:pPr marL="0" indent="0">
              <a:spcBef>
                <a:spcPct val="0"/>
              </a:spcBef>
              <a:buClrTx/>
              <a:buSzTx/>
              <a:buNone/>
            </a:pPr>
            <a:endParaRPr lang="en-US" altLang="en-US" sz="1800" b="1" dirty="0">
              <a:latin typeface="Arial" pitchFamily="34" charset="0"/>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3E9FC-8E2D-D3D7-2F00-545860CF3FAD}"/>
              </a:ext>
            </a:extLst>
          </p:cNvPr>
          <p:cNvSpPr>
            <a:spLocks noGrp="1"/>
          </p:cNvSpPr>
          <p:nvPr>
            <p:ph type="title"/>
          </p:nvPr>
        </p:nvSpPr>
        <p:spPr/>
        <p:txBody>
          <a:bodyPr/>
          <a:lstStyle/>
          <a:p>
            <a:r>
              <a:rPr lang="en-GB" b="1" dirty="0">
                <a:solidFill>
                  <a:srgbClr val="000000"/>
                </a:solidFill>
              </a:rPr>
              <a:t>                            </a:t>
            </a:r>
            <a:r>
              <a:rPr lang="en-GB" b="1" dirty="0">
                <a:solidFill>
                  <a:srgbClr val="500000"/>
                </a:solidFill>
              </a:rPr>
              <a:t>OBJECTIVE</a:t>
            </a:r>
            <a:r>
              <a:rPr lang="en-GB" dirty="0"/>
              <a:t> </a:t>
            </a:r>
            <a:endParaRPr lang="en-US" dirty="0"/>
          </a:p>
        </p:txBody>
      </p:sp>
      <p:sp>
        <p:nvSpPr>
          <p:cNvPr id="3" name="Content Placeholder 2">
            <a:extLst>
              <a:ext uri="{FF2B5EF4-FFF2-40B4-BE49-F238E27FC236}">
                <a16:creationId xmlns:a16="http://schemas.microsoft.com/office/drawing/2014/main" id="{E3250A1F-A7F2-6C40-A45A-1E15DB4782C2}"/>
              </a:ext>
            </a:extLst>
          </p:cNvPr>
          <p:cNvSpPr>
            <a:spLocks noGrp="1"/>
          </p:cNvSpPr>
          <p:nvPr>
            <p:ph sz="quarter" idx="1"/>
          </p:nvPr>
        </p:nvSpPr>
        <p:spPr/>
        <p:txBody>
          <a:bodyPr/>
          <a:lstStyle/>
          <a:p>
            <a:pPr marL="0" indent="0">
              <a:buNone/>
            </a:pPr>
            <a:r>
              <a:rPr lang="en-US" sz="3600" dirty="0"/>
              <a:t>To design and implement a light sensor and darkness detector using an IC 741 operational amplifier. The circuit will utilize an LDR to sense ambient light intensity and a comparator mechanism to distinguish between light and dark conditions. A variable resistor will set the light threshold for detection. When darkness is detected, an LED will be activated, serving as a visual indicator. This system is suitable for applications such as automatic night lamps or light-sensitive alarms.</a:t>
            </a:r>
          </a:p>
        </p:txBody>
      </p:sp>
    </p:spTree>
    <p:extLst>
      <p:ext uri="{BB962C8B-B14F-4D97-AF65-F5344CB8AC3E}">
        <p14:creationId xmlns:p14="http://schemas.microsoft.com/office/powerpoint/2010/main" val="174024554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191F1-549B-7A6B-F86F-CD9608A23079}"/>
              </a:ext>
            </a:extLst>
          </p:cNvPr>
          <p:cNvSpPr>
            <a:spLocks noGrp="1"/>
          </p:cNvSpPr>
          <p:nvPr>
            <p:ph type="title"/>
          </p:nvPr>
        </p:nvSpPr>
        <p:spPr>
          <a:xfrm>
            <a:off x="357188" y="274638"/>
            <a:ext cx="11225212" cy="832643"/>
          </a:xfrm>
        </p:spPr>
        <p:txBody>
          <a:bodyPr/>
          <a:lstStyle/>
          <a:p>
            <a:r>
              <a:rPr lang="en-GB" b="1" dirty="0">
                <a:solidFill>
                  <a:srgbClr val="500000"/>
                </a:solidFill>
              </a:rPr>
              <a:t>                      PROBLEM STATEMENT </a:t>
            </a:r>
            <a:endParaRPr lang="en-US" b="1" dirty="0">
              <a:solidFill>
                <a:srgbClr val="500000"/>
              </a:solidFill>
            </a:endParaRPr>
          </a:p>
        </p:txBody>
      </p:sp>
      <p:sp>
        <p:nvSpPr>
          <p:cNvPr id="3" name="Content Placeholder 2">
            <a:extLst>
              <a:ext uri="{FF2B5EF4-FFF2-40B4-BE49-F238E27FC236}">
                <a16:creationId xmlns:a16="http://schemas.microsoft.com/office/drawing/2014/main" id="{B3382F60-6B53-C262-771F-02F286183E09}"/>
              </a:ext>
            </a:extLst>
          </p:cNvPr>
          <p:cNvSpPr>
            <a:spLocks noGrp="1"/>
          </p:cNvSpPr>
          <p:nvPr>
            <p:ph sz="quarter" idx="1"/>
          </p:nvPr>
        </p:nvSpPr>
        <p:spPr/>
        <p:txBody>
          <a:bodyPr/>
          <a:lstStyle/>
          <a:p>
            <a:pPr marL="0" indent="0">
              <a:buNone/>
            </a:pPr>
            <a:r>
              <a:rPr lang="en-US" dirty="0"/>
              <a:t>I</a:t>
            </a:r>
            <a:r>
              <a:rPr lang="en-GB" sz="2800" dirty="0"/>
              <a:t>n </a:t>
            </a:r>
            <a:r>
              <a:rPr lang="en-US" sz="2800" dirty="0"/>
              <a:t>many environments, there is a need for an efficient and reliable system to detect light and darkness for automation and energy-saving purposes. Existing solutions may be complex or costly, making them less accessible for simple applications. Using readily available components such as an IC 741 op-amp, LDR, and LED, there is a need to design a compact and affordable circuit capable of distinguishing between light and dark conditions. The circuit should provide a visual indication (via an LED) when darkness is detected, with adjustable sensitivity for varying light conditions. This project addresses the challenge of creating a low-cost, easy-to-build light detection system for practical use.</a:t>
            </a:r>
          </a:p>
        </p:txBody>
      </p:sp>
    </p:spTree>
    <p:extLst>
      <p:ext uri="{BB962C8B-B14F-4D97-AF65-F5344CB8AC3E}">
        <p14:creationId xmlns:p14="http://schemas.microsoft.com/office/powerpoint/2010/main" val="1261319520"/>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324F-C5D9-4914-09DE-1CD926C53322}"/>
              </a:ext>
            </a:extLst>
          </p:cNvPr>
          <p:cNvSpPr>
            <a:spLocks noGrp="1"/>
          </p:cNvSpPr>
          <p:nvPr>
            <p:ph type="title"/>
          </p:nvPr>
        </p:nvSpPr>
        <p:spPr>
          <a:xfrm>
            <a:off x="517922" y="1178718"/>
            <a:ext cx="11064478" cy="238919"/>
          </a:xfrm>
        </p:spPr>
        <p:txBody>
          <a:bodyPr/>
          <a:lstStyle/>
          <a:p>
            <a:r>
              <a:rPr lang="en-GB" b="1" dirty="0">
                <a:solidFill>
                  <a:srgbClr val="000000"/>
                </a:solidFill>
              </a:rPr>
              <a:t>                    </a:t>
            </a:r>
            <a:r>
              <a:rPr lang="en-GB" b="1" dirty="0">
                <a:solidFill>
                  <a:srgbClr val="500000"/>
                </a:solidFill>
              </a:rPr>
              <a:t>TECHNOLOGY OVERVIEW </a:t>
            </a:r>
            <a:endParaRPr lang="en-US" b="1" dirty="0">
              <a:solidFill>
                <a:srgbClr val="500000"/>
              </a:solidFill>
            </a:endParaRPr>
          </a:p>
        </p:txBody>
      </p:sp>
      <p:sp>
        <p:nvSpPr>
          <p:cNvPr id="3" name="Content Placeholder 2">
            <a:extLst>
              <a:ext uri="{FF2B5EF4-FFF2-40B4-BE49-F238E27FC236}">
                <a16:creationId xmlns:a16="http://schemas.microsoft.com/office/drawing/2014/main" id="{0D84A3B5-E53F-8147-B3E6-4F77F68978F4}"/>
              </a:ext>
            </a:extLst>
          </p:cNvPr>
          <p:cNvSpPr>
            <a:spLocks noGrp="1"/>
          </p:cNvSpPr>
          <p:nvPr>
            <p:ph sz="quarter" idx="1"/>
          </p:nvPr>
        </p:nvSpPr>
        <p:spPr>
          <a:xfrm>
            <a:off x="1233487" y="1654968"/>
            <a:ext cx="9725025" cy="4150518"/>
          </a:xfrm>
        </p:spPr>
        <p:txBody>
          <a:bodyPr/>
          <a:lstStyle/>
          <a:p>
            <a:pPr marL="0" indent="0">
              <a:buNone/>
            </a:pPr>
            <a:r>
              <a:rPr lang="en-US" sz="3200" dirty="0"/>
              <a:t>The light sensor and darkness detector circuit is built using an IC 741 operational amplifier in a comparator configuration, which compares input voltages to produce a binary output. The LDR serves as a light-sensitive component, changing its resistance based on the intensity of ambient light. A variable resistor is used to set the threshold voltage for light detection, allowing for adjustable sensitivity. </a:t>
            </a:r>
          </a:p>
        </p:txBody>
      </p:sp>
    </p:spTree>
    <p:extLst>
      <p:ext uri="{BB962C8B-B14F-4D97-AF65-F5344CB8AC3E}">
        <p14:creationId xmlns:p14="http://schemas.microsoft.com/office/powerpoint/2010/main" val="341904139"/>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50918-8A9C-972D-72A9-8D7BE98E95C8}"/>
              </a:ext>
            </a:extLst>
          </p:cNvPr>
          <p:cNvSpPr>
            <a:spLocks noGrp="1"/>
          </p:cNvSpPr>
          <p:nvPr>
            <p:ph type="title"/>
          </p:nvPr>
        </p:nvSpPr>
        <p:spPr/>
        <p:txBody>
          <a:bodyPr/>
          <a:lstStyle/>
          <a:p>
            <a:r>
              <a:rPr lang="en-GB" b="1" dirty="0">
                <a:solidFill>
                  <a:srgbClr val="000000"/>
                </a:solidFill>
              </a:rPr>
              <a:t>                      </a:t>
            </a:r>
            <a:r>
              <a:rPr lang="en-GB" b="1" dirty="0">
                <a:solidFill>
                  <a:srgbClr val="500000"/>
                </a:solidFill>
              </a:rPr>
              <a:t>COMPONENTS USED</a:t>
            </a:r>
            <a:endParaRPr lang="en-US" b="1" dirty="0">
              <a:solidFill>
                <a:srgbClr val="500000"/>
              </a:solidFill>
            </a:endParaRPr>
          </a:p>
        </p:txBody>
      </p:sp>
      <p:sp>
        <p:nvSpPr>
          <p:cNvPr id="3" name="Content Placeholder 2">
            <a:extLst>
              <a:ext uri="{FF2B5EF4-FFF2-40B4-BE49-F238E27FC236}">
                <a16:creationId xmlns:a16="http://schemas.microsoft.com/office/drawing/2014/main" id="{E7C0A2E4-4CBC-C34E-2926-4F62255FA51F}"/>
              </a:ext>
            </a:extLst>
          </p:cNvPr>
          <p:cNvSpPr>
            <a:spLocks noGrp="1"/>
          </p:cNvSpPr>
          <p:nvPr>
            <p:ph sz="quarter" idx="1"/>
          </p:nvPr>
        </p:nvSpPr>
        <p:spPr>
          <a:xfrm>
            <a:off x="3952874" y="1512094"/>
            <a:ext cx="9713119" cy="4399756"/>
          </a:xfrm>
        </p:spPr>
        <p:txBody>
          <a:bodyPr/>
          <a:lstStyle/>
          <a:p>
            <a:r>
              <a:rPr lang="en-US" sz="3600" dirty="0"/>
              <a:t>IC 741 op-amp</a:t>
            </a:r>
            <a:endParaRPr lang="en-GB" sz="3600" dirty="0"/>
          </a:p>
          <a:p>
            <a:r>
              <a:rPr lang="en-US" sz="3600" dirty="0"/>
              <a:t>10 k resistor </a:t>
            </a:r>
            <a:endParaRPr lang="en-GB" sz="3600" dirty="0"/>
          </a:p>
          <a:p>
            <a:r>
              <a:rPr lang="en-US" sz="3600" dirty="0"/>
              <a:t>LDR</a:t>
            </a:r>
            <a:endParaRPr lang="en-GB" sz="3600" dirty="0"/>
          </a:p>
          <a:p>
            <a:r>
              <a:rPr lang="en-US" sz="3600" dirty="0"/>
              <a:t>Variable resistor 102 - 1k</a:t>
            </a:r>
            <a:endParaRPr lang="en-GB" sz="3600" dirty="0"/>
          </a:p>
          <a:p>
            <a:r>
              <a:rPr lang="en-US" sz="3600" dirty="0"/>
              <a:t>Resistor 220 </a:t>
            </a:r>
            <a:r>
              <a:rPr lang="en-GB" sz="3600" dirty="0"/>
              <a:t>ohm</a:t>
            </a:r>
          </a:p>
          <a:p>
            <a:r>
              <a:rPr lang="en-GB" sz="3600" dirty="0"/>
              <a:t>L</a:t>
            </a:r>
            <a:r>
              <a:rPr lang="en-US" sz="3600" dirty="0" err="1"/>
              <a:t>ed</a:t>
            </a:r>
            <a:r>
              <a:rPr lang="en-US" sz="3600" dirty="0"/>
              <a:t> </a:t>
            </a:r>
            <a:r>
              <a:rPr lang="en-GB" sz="3600" dirty="0"/>
              <a:t>(Red </a:t>
            </a:r>
            <a:r>
              <a:rPr lang="en-US" sz="3600" dirty="0" err="1"/>
              <a:t>colour</a:t>
            </a:r>
            <a:r>
              <a:rPr lang="en-US" sz="3600" dirty="0"/>
              <a:t>)</a:t>
            </a:r>
          </a:p>
        </p:txBody>
      </p:sp>
    </p:spTree>
    <p:extLst>
      <p:ext uri="{BB962C8B-B14F-4D97-AF65-F5344CB8AC3E}">
        <p14:creationId xmlns:p14="http://schemas.microsoft.com/office/powerpoint/2010/main" val="170657887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p:txBody>
          <a:bodyPr/>
          <a:lstStyle/>
          <a:p>
            <a:pPr eaLnBrk="1" hangingPunct="1"/>
            <a:r>
              <a:rPr lang="en-GB" altLang="en-US" b="1" dirty="0">
                <a:solidFill>
                  <a:schemeClr val="accent1">
                    <a:lumMod val="50000"/>
                  </a:schemeClr>
                </a:solidFill>
                <a:latin typeface="Times New Roman" pitchFamily="18" charset="0"/>
                <a:ea typeface="Microsoft Sans Serif" pitchFamily="34" charset="0"/>
                <a:cs typeface="Times New Roman" pitchFamily="18" charset="0"/>
              </a:rPr>
              <a:t>                   </a:t>
            </a:r>
            <a:r>
              <a:rPr lang="en-US" altLang="en-US" b="1" dirty="0">
                <a:solidFill>
                  <a:schemeClr val="accent1">
                    <a:lumMod val="50000"/>
                  </a:schemeClr>
                </a:solidFill>
                <a:latin typeface="Times New Roman" pitchFamily="18" charset="0"/>
                <a:ea typeface="Microsoft Sans Serif" pitchFamily="34" charset="0"/>
                <a:cs typeface="Times New Roman" pitchFamily="18" charset="0"/>
              </a:rPr>
              <a:t>BLOCK DIAGRAM</a:t>
            </a:r>
            <a:endParaRPr lang="en-IN" altLang="en-US" dirty="0">
              <a:solidFill>
                <a:schemeClr val="accent1">
                  <a:lumMod val="50000"/>
                </a:schemeClr>
              </a:solidFill>
              <a:ea typeface="Microsoft Sans Serif" pitchFamily="34" charset="0"/>
              <a:cs typeface="Times New Roman" pitchFamily="18" charset="0"/>
            </a:endParaRPr>
          </a:p>
        </p:txBody>
      </p:sp>
      <p:pic>
        <p:nvPicPr>
          <p:cNvPr id="5" name="Content Placeholder 4">
            <a:extLst>
              <a:ext uri="{FF2B5EF4-FFF2-40B4-BE49-F238E27FC236}">
                <a16:creationId xmlns:a16="http://schemas.microsoft.com/office/drawing/2014/main" id="{2D2BF823-C0E8-7FED-DE3A-703A38372C82}"/>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340769" y="1447800"/>
            <a:ext cx="8120062" cy="4572000"/>
          </a:xfr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F097-145A-0A2D-DC61-5BE99D44AB69}"/>
              </a:ext>
            </a:extLst>
          </p:cNvPr>
          <p:cNvSpPr>
            <a:spLocks noGrp="1"/>
          </p:cNvSpPr>
          <p:nvPr>
            <p:ph type="title"/>
          </p:nvPr>
        </p:nvSpPr>
        <p:spPr/>
        <p:txBody>
          <a:bodyPr/>
          <a:lstStyle/>
          <a:p>
            <a:r>
              <a:rPr lang="en-GB" b="1" dirty="0">
                <a:solidFill>
                  <a:srgbClr val="000000"/>
                </a:solidFill>
              </a:rPr>
              <a:t>                    </a:t>
            </a:r>
            <a:r>
              <a:rPr lang="en-GB" b="1" dirty="0">
                <a:solidFill>
                  <a:srgbClr val="500000"/>
                </a:solidFill>
              </a:rPr>
              <a:t>WORKING PRINCIPLE </a:t>
            </a:r>
            <a:endParaRPr lang="en-US" b="1" dirty="0">
              <a:solidFill>
                <a:srgbClr val="500000"/>
              </a:solidFill>
            </a:endParaRPr>
          </a:p>
        </p:txBody>
      </p:sp>
      <p:sp>
        <p:nvSpPr>
          <p:cNvPr id="3" name="Content Placeholder 2">
            <a:extLst>
              <a:ext uri="{FF2B5EF4-FFF2-40B4-BE49-F238E27FC236}">
                <a16:creationId xmlns:a16="http://schemas.microsoft.com/office/drawing/2014/main" id="{48E1A92A-45A9-7A44-C2CB-14A03E0854C1}"/>
              </a:ext>
            </a:extLst>
          </p:cNvPr>
          <p:cNvSpPr>
            <a:spLocks noGrp="1"/>
          </p:cNvSpPr>
          <p:nvPr>
            <p:ph sz="quarter" idx="1"/>
          </p:nvPr>
        </p:nvSpPr>
        <p:spPr/>
        <p:txBody>
          <a:bodyPr/>
          <a:lstStyle/>
          <a:p>
            <a:pPr marL="0" indent="0">
              <a:buNone/>
            </a:pPr>
            <a:r>
              <a:rPr lang="en-US" sz="3600" dirty="0"/>
              <a:t>The LDR and R2 form a voltage divider. The voltage at the junction of R2 and the LDR depends on the LDR’s resistance, which changes with light intensity . In bright light, the LDR’s resistance is low, and the voltage at the junction decreases.
In darkness, the LDR’s resistance is high, and the voltage increases.The potentiometer (RV1) sets a reference voltage at the non-inverting input of the operational amplifier (pin 3).
This voltage is used to define the threshold level for light intensity.</a:t>
            </a:r>
          </a:p>
        </p:txBody>
      </p:sp>
    </p:spTree>
    <p:extLst>
      <p:ext uri="{BB962C8B-B14F-4D97-AF65-F5344CB8AC3E}">
        <p14:creationId xmlns:p14="http://schemas.microsoft.com/office/powerpoint/2010/main" val="100924206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A2B3-86EE-BB45-25A8-4A0AD279457B}"/>
              </a:ext>
            </a:extLst>
          </p:cNvPr>
          <p:cNvSpPr>
            <a:spLocks noGrp="1"/>
          </p:cNvSpPr>
          <p:nvPr>
            <p:ph type="title"/>
          </p:nvPr>
        </p:nvSpPr>
        <p:spPr>
          <a:xfrm>
            <a:off x="1219200" y="266700"/>
            <a:ext cx="10363200" cy="1143000"/>
          </a:xfrm>
        </p:spPr>
        <p:txBody>
          <a:bodyPr/>
          <a:lstStyle/>
          <a:p>
            <a:r>
              <a:rPr lang="en-GB" b="1" dirty="0">
                <a:solidFill>
                  <a:srgbClr val="000000"/>
                </a:solidFill>
              </a:rPr>
              <a:t>                          </a:t>
            </a:r>
            <a:r>
              <a:rPr lang="en-GB" b="1" dirty="0">
                <a:solidFill>
                  <a:srgbClr val="500000"/>
                </a:solidFill>
              </a:rPr>
              <a:t>APPLICATION</a:t>
            </a:r>
            <a:r>
              <a:rPr lang="en-GB" dirty="0"/>
              <a:t> </a:t>
            </a:r>
            <a:endParaRPr lang="en-US" dirty="0"/>
          </a:p>
        </p:txBody>
      </p:sp>
      <p:sp>
        <p:nvSpPr>
          <p:cNvPr id="3" name="Content Placeholder 2">
            <a:extLst>
              <a:ext uri="{FF2B5EF4-FFF2-40B4-BE49-F238E27FC236}">
                <a16:creationId xmlns:a16="http://schemas.microsoft.com/office/drawing/2014/main" id="{5FA5C6B7-0F44-CDEA-BC48-B8F5BAF4D5B0}"/>
              </a:ext>
            </a:extLst>
          </p:cNvPr>
          <p:cNvSpPr>
            <a:spLocks noGrp="1"/>
          </p:cNvSpPr>
          <p:nvPr>
            <p:ph sz="quarter" idx="1"/>
          </p:nvPr>
        </p:nvSpPr>
        <p:spPr/>
        <p:txBody>
          <a:bodyPr/>
          <a:lstStyle/>
          <a:p>
            <a:r>
              <a:rPr lang="en-US" dirty="0"/>
              <a:t>The light sensor and darkness detector can be used in automatic lighting systems to activate lights during low-light conditions, improving energy efficiency. </a:t>
            </a:r>
            <a:endParaRPr lang="en-GB" dirty="0"/>
          </a:p>
          <a:p>
            <a:r>
              <a:rPr lang="en-US" dirty="0"/>
              <a:t>It can serve as a night lamp controller, turning on LEDs automatically in darkness. </a:t>
            </a:r>
            <a:endParaRPr lang="en-GB" dirty="0"/>
          </a:p>
          <a:p>
            <a:r>
              <a:rPr lang="en-US" dirty="0"/>
              <a:t>The circuit can also be implemented in security systems to detect unauthorized entry during nighttime. </a:t>
            </a:r>
            <a:endParaRPr lang="en-GB" dirty="0"/>
          </a:p>
          <a:p>
            <a:r>
              <a:rPr lang="en-US" dirty="0"/>
              <a:t>It is suitable for agricultural applications, such as monitoring light levels in greenhouses. </a:t>
            </a:r>
            <a:endParaRPr lang="en-GB" dirty="0"/>
          </a:p>
          <a:p>
            <a:r>
              <a:rPr lang="en-US" dirty="0"/>
              <a:t>Additionally, it can be used in educational projects to demonstrate the principles of light detection and comparator circuits.</a:t>
            </a:r>
          </a:p>
        </p:txBody>
      </p:sp>
    </p:spTree>
    <p:extLst>
      <p:ext uri="{BB962C8B-B14F-4D97-AF65-F5344CB8AC3E}">
        <p14:creationId xmlns:p14="http://schemas.microsoft.com/office/powerpoint/2010/main" val="1226876334"/>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8C497-7640-1BEC-9E4D-AB47E909EF87}"/>
              </a:ext>
            </a:extLst>
          </p:cNvPr>
          <p:cNvSpPr>
            <a:spLocks noGrp="1"/>
          </p:cNvSpPr>
          <p:nvPr>
            <p:ph type="title"/>
          </p:nvPr>
        </p:nvSpPr>
        <p:spPr/>
        <p:txBody>
          <a:bodyPr/>
          <a:lstStyle/>
          <a:p>
            <a:r>
              <a:rPr lang="en-GB" b="1" dirty="0">
                <a:solidFill>
                  <a:srgbClr val="500000"/>
                </a:solidFill>
              </a:rPr>
              <a:t>                               BENEFITS</a:t>
            </a:r>
            <a:r>
              <a:rPr lang="en-GB" dirty="0"/>
              <a:t> </a:t>
            </a:r>
            <a:endParaRPr lang="en-US" dirty="0"/>
          </a:p>
        </p:txBody>
      </p:sp>
      <p:sp>
        <p:nvSpPr>
          <p:cNvPr id="3" name="Content Placeholder 2">
            <a:extLst>
              <a:ext uri="{FF2B5EF4-FFF2-40B4-BE49-F238E27FC236}">
                <a16:creationId xmlns:a16="http://schemas.microsoft.com/office/drawing/2014/main" id="{FF00D7D5-3269-C269-152E-3AEFA38A2F2B}"/>
              </a:ext>
            </a:extLst>
          </p:cNvPr>
          <p:cNvSpPr>
            <a:spLocks noGrp="1"/>
          </p:cNvSpPr>
          <p:nvPr>
            <p:ph sz="quarter" idx="1"/>
          </p:nvPr>
        </p:nvSpPr>
        <p:spPr/>
        <p:txBody>
          <a:bodyPr/>
          <a:lstStyle/>
          <a:p>
            <a:r>
              <a:rPr lang="en-US" b="1" dirty="0"/>
              <a:t>Energy</a:t>
            </a:r>
            <a:r>
              <a:rPr lang="en-US" dirty="0"/>
              <a:t> </a:t>
            </a:r>
            <a:r>
              <a:rPr lang="en-US" b="1" dirty="0"/>
              <a:t>Efficiency</a:t>
            </a:r>
            <a:r>
              <a:rPr lang="en-US" dirty="0"/>
              <a:t>: The system helps conserve energy by activating lights only in darkness.</a:t>
            </a:r>
            <a:endParaRPr lang="en-GB" dirty="0"/>
          </a:p>
          <a:p>
            <a:r>
              <a:rPr lang="en-US" b="1" dirty="0"/>
              <a:t>Cost-Effective</a:t>
            </a:r>
            <a:r>
              <a:rPr lang="en-US" dirty="0"/>
              <a:t>: Uses affordable and readily available components, making it an economical solution.</a:t>
            </a:r>
            <a:endParaRPr lang="en-GB" dirty="0"/>
          </a:p>
          <a:p>
            <a:r>
              <a:rPr lang="en-US" b="1" dirty="0"/>
              <a:t>Adjustable</a:t>
            </a:r>
            <a:r>
              <a:rPr lang="en-US" dirty="0"/>
              <a:t> </a:t>
            </a:r>
            <a:r>
              <a:rPr lang="en-US" b="1" dirty="0"/>
              <a:t>Sensitivity</a:t>
            </a:r>
            <a:r>
              <a:rPr lang="en-US" dirty="0"/>
              <a:t>: The variable resistor allows customization of light detection thresholds for various applications.</a:t>
            </a:r>
            <a:endParaRPr lang="en-GB" dirty="0"/>
          </a:p>
          <a:p>
            <a:r>
              <a:rPr lang="en-US" b="1" dirty="0"/>
              <a:t>Automation</a:t>
            </a:r>
            <a:r>
              <a:rPr lang="en-US" dirty="0"/>
              <a:t>: Eliminates the need for manual light control, enhancing convenience in homes and workplaces.</a:t>
            </a:r>
            <a:endParaRPr lang="en-GB" dirty="0"/>
          </a:p>
          <a:p>
            <a:r>
              <a:rPr lang="en-US" b="1" dirty="0"/>
              <a:t>Versatile</a:t>
            </a:r>
            <a:r>
              <a:rPr lang="en-US" dirty="0"/>
              <a:t> Applications: Can be used in security systems, night lamps, and agricultural setups, showcasing flexibility.</a:t>
            </a:r>
          </a:p>
        </p:txBody>
      </p:sp>
    </p:spTree>
    <p:extLst>
      <p:ext uri="{BB962C8B-B14F-4D97-AF65-F5344CB8AC3E}">
        <p14:creationId xmlns:p14="http://schemas.microsoft.com/office/powerpoint/2010/main" val="156232342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D728-4225-3B8A-422F-0ED33FBAACF5}"/>
              </a:ext>
            </a:extLst>
          </p:cNvPr>
          <p:cNvSpPr>
            <a:spLocks noGrp="1"/>
          </p:cNvSpPr>
          <p:nvPr>
            <p:ph type="title"/>
          </p:nvPr>
        </p:nvSpPr>
        <p:spPr/>
        <p:txBody>
          <a:bodyPr/>
          <a:lstStyle/>
          <a:p>
            <a:r>
              <a:rPr lang="en-GB" dirty="0">
                <a:solidFill>
                  <a:srgbClr val="500000"/>
                </a:solidFill>
              </a:rPr>
              <a:t>                           </a:t>
            </a:r>
            <a:r>
              <a:rPr lang="en-GB" b="1" dirty="0">
                <a:solidFill>
                  <a:srgbClr val="500000"/>
                </a:solidFill>
              </a:rPr>
              <a:t>CHALLENGES</a:t>
            </a:r>
            <a:r>
              <a:rPr lang="en-GB" dirty="0"/>
              <a:t> </a:t>
            </a:r>
            <a:endParaRPr lang="en-US" dirty="0"/>
          </a:p>
        </p:txBody>
      </p:sp>
      <p:sp>
        <p:nvSpPr>
          <p:cNvPr id="3" name="Content Placeholder 2">
            <a:extLst>
              <a:ext uri="{FF2B5EF4-FFF2-40B4-BE49-F238E27FC236}">
                <a16:creationId xmlns:a16="http://schemas.microsoft.com/office/drawing/2014/main" id="{A6A99339-516D-E871-6F28-6E901EC7E6CC}"/>
              </a:ext>
            </a:extLst>
          </p:cNvPr>
          <p:cNvSpPr>
            <a:spLocks noGrp="1"/>
          </p:cNvSpPr>
          <p:nvPr>
            <p:ph sz="quarter" idx="1"/>
          </p:nvPr>
        </p:nvSpPr>
        <p:spPr/>
        <p:txBody>
          <a:bodyPr/>
          <a:lstStyle/>
          <a:p>
            <a:r>
              <a:rPr lang="en-US" dirty="0"/>
              <a:t> </a:t>
            </a:r>
            <a:r>
              <a:rPr lang="en-US" b="1" dirty="0"/>
              <a:t>Sensitivity to Environmental Factors: </a:t>
            </a:r>
            <a:r>
              <a:rPr lang="en-US" dirty="0"/>
              <a:t>Variations in ambient light conditions or temperature can affect the LDR's performance and accuracy.</a:t>
            </a:r>
            <a:endParaRPr lang="en-GB" dirty="0"/>
          </a:p>
          <a:p>
            <a:r>
              <a:rPr lang="en-US" b="1" dirty="0"/>
              <a:t>Limited Range: </a:t>
            </a:r>
            <a:r>
              <a:rPr lang="en-US" dirty="0"/>
              <a:t>The circuit is effective only for detecting light changes within a short distance.</a:t>
            </a:r>
            <a:endParaRPr lang="en-GB" dirty="0"/>
          </a:p>
          <a:p>
            <a:r>
              <a:rPr lang="en-US" b="1" dirty="0"/>
              <a:t>Power Supply Requirements: </a:t>
            </a:r>
            <a:r>
              <a:rPr lang="en-US" dirty="0"/>
              <a:t>The IC 741 requires a dual power supply (+9V and -9V), which might not be readily available in all setups</a:t>
            </a:r>
            <a:r>
              <a:rPr lang="en-GB" dirty="0"/>
              <a:t>.</a:t>
            </a:r>
          </a:p>
          <a:p>
            <a:r>
              <a:rPr lang="en-US" b="1" dirty="0"/>
              <a:t>Fixed Functionality: </a:t>
            </a:r>
            <a:r>
              <a:rPr lang="en-US" dirty="0"/>
              <a:t>The circuit is designed specifically for light detection and cannot adapt to other sensing applications without modifications.</a:t>
            </a:r>
            <a:endParaRPr lang="en-GB" dirty="0"/>
          </a:p>
          <a:p>
            <a:r>
              <a:rPr lang="en-US" b="1" dirty="0"/>
              <a:t>Component Aging:</a:t>
            </a:r>
            <a:r>
              <a:rPr lang="en-US" dirty="0"/>
              <a:t> Over time, components like the LDR and variable resistor may degrade, affecting reliability and requiring periodic maintenance.</a:t>
            </a:r>
          </a:p>
        </p:txBody>
      </p:sp>
    </p:spTree>
    <p:extLst>
      <p:ext uri="{BB962C8B-B14F-4D97-AF65-F5344CB8AC3E}">
        <p14:creationId xmlns:p14="http://schemas.microsoft.com/office/powerpoint/2010/main" val="4000326494"/>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7EC36-FEC0-0132-0FEB-E317A1047D60}"/>
              </a:ext>
            </a:extLst>
          </p:cNvPr>
          <p:cNvSpPr>
            <a:spLocks noGrp="1"/>
          </p:cNvSpPr>
          <p:nvPr>
            <p:ph type="title"/>
          </p:nvPr>
        </p:nvSpPr>
        <p:spPr/>
        <p:txBody>
          <a:bodyPr/>
          <a:lstStyle/>
          <a:p>
            <a:r>
              <a:rPr lang="en-GB" b="1" dirty="0">
                <a:solidFill>
                  <a:srgbClr val="500000"/>
                </a:solidFill>
              </a:rPr>
              <a:t>                 ENVIRONMENT IMPACT </a:t>
            </a:r>
            <a:endParaRPr lang="en-US" b="1" dirty="0">
              <a:solidFill>
                <a:srgbClr val="500000"/>
              </a:solidFill>
            </a:endParaRPr>
          </a:p>
        </p:txBody>
      </p:sp>
      <p:sp>
        <p:nvSpPr>
          <p:cNvPr id="3" name="Content Placeholder 2">
            <a:extLst>
              <a:ext uri="{FF2B5EF4-FFF2-40B4-BE49-F238E27FC236}">
                <a16:creationId xmlns:a16="http://schemas.microsoft.com/office/drawing/2014/main" id="{4090B640-21A7-BCE4-FDE8-3E39606A69A7}"/>
              </a:ext>
            </a:extLst>
          </p:cNvPr>
          <p:cNvSpPr>
            <a:spLocks noGrp="1"/>
          </p:cNvSpPr>
          <p:nvPr>
            <p:ph sz="quarter" idx="1"/>
          </p:nvPr>
        </p:nvSpPr>
        <p:spPr/>
        <p:txBody>
          <a:bodyPr/>
          <a:lstStyle/>
          <a:p>
            <a:r>
              <a:rPr lang="en-GB" b="1" dirty="0"/>
              <a:t>Energy Conservation: </a:t>
            </a:r>
            <a:r>
              <a:rPr lang="en-GB" dirty="0"/>
              <a:t>By automatically activating lights only in darkness, the system reduces unnecessary power consumption, contributing to energy efficiency.</a:t>
            </a:r>
          </a:p>
          <a:p>
            <a:r>
              <a:rPr lang="en-GB" dirty="0"/>
              <a:t> </a:t>
            </a:r>
            <a:r>
              <a:rPr lang="en-GB" b="1" dirty="0"/>
              <a:t>Reduced Carbon Footprint:</a:t>
            </a:r>
            <a:r>
              <a:rPr lang="en-GB" dirty="0"/>
              <a:t> Minimizing electricity usage helps lower greenhouse gas emissions associated with energy production.</a:t>
            </a:r>
          </a:p>
          <a:p>
            <a:r>
              <a:rPr lang="en-GB" b="1" dirty="0"/>
              <a:t>Eco-Friendly Components:</a:t>
            </a:r>
            <a:r>
              <a:rPr lang="en-GB" dirty="0"/>
              <a:t> The circuit uses basic, non-toxic components, posing minimal environmental hazards during usage.</a:t>
            </a:r>
          </a:p>
          <a:p>
            <a:r>
              <a:rPr lang="en-GB" b="1" dirty="0"/>
              <a:t>Waste Management:</a:t>
            </a:r>
            <a:r>
              <a:rPr lang="en-GB" dirty="0"/>
              <a:t> Proper disposal of electronic components like the IC and resistors is necessary to prevent environmental harm.</a:t>
            </a:r>
          </a:p>
          <a:p>
            <a:r>
              <a:rPr lang="en-GB" dirty="0"/>
              <a:t> </a:t>
            </a:r>
            <a:r>
              <a:rPr lang="en-GB" b="1" dirty="0"/>
              <a:t>Sustainable Automation: </a:t>
            </a:r>
            <a:r>
              <a:rPr lang="en-GB" dirty="0"/>
              <a:t>Promotes smart energy solutions, encouraging sustainable practices in homes and industries.</a:t>
            </a:r>
          </a:p>
        </p:txBody>
      </p:sp>
    </p:spTree>
    <p:extLst>
      <p:ext uri="{BB962C8B-B14F-4D97-AF65-F5344CB8AC3E}">
        <p14:creationId xmlns:p14="http://schemas.microsoft.com/office/powerpoint/2010/main" val="99007867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p:txBody>
          <a:bodyPr/>
          <a:lstStyle/>
          <a:p>
            <a:pPr algn="ctr" eaLnBrk="1" hangingPunct="1"/>
            <a:r>
              <a:rPr lang="en-IN" b="1" dirty="0">
                <a:solidFill>
                  <a:schemeClr val="accent1">
                    <a:lumMod val="50000"/>
                  </a:schemeClr>
                </a:solidFill>
                <a:latin typeface="Times New Roman" pitchFamily="18" charset="0"/>
                <a:cs typeface="Times New Roman" pitchFamily="18" charset="0"/>
              </a:rPr>
              <a:t>HARDWARE MODULE</a:t>
            </a:r>
          </a:p>
        </p:txBody>
      </p:sp>
      <p:sp>
        <p:nvSpPr>
          <p:cNvPr id="16387" name="Content Placeholder 2"/>
          <p:cNvSpPr>
            <a:spLocks noGrp="1" noChangeArrowheads="1"/>
          </p:cNvSpPr>
          <p:nvPr>
            <p:ph sz="quarter" idx="1"/>
          </p:nvPr>
        </p:nvSpPr>
        <p:spPr>
          <a:xfrm>
            <a:off x="235528" y="1475509"/>
            <a:ext cx="11748654" cy="4572000"/>
          </a:xfrm>
        </p:spPr>
        <p:txBody>
          <a:bodyPr/>
          <a:lstStyle/>
          <a:p>
            <a:pPr marL="0" indent="0" eaLnBrk="1" hangingPunct="1">
              <a:buNone/>
            </a:pPr>
            <a:r>
              <a:rPr lang="en-US" sz="2400" dirty="0">
                <a:latin typeface="Times New Roman" panose="02020603050405020304" pitchFamily="18" charset="0"/>
                <a:cs typeface="Times New Roman" panose="02020603050405020304" pitchFamily="18" charset="0"/>
              </a:rPr>
              <a:t>The hardware module of this project consists of several components that work together to detect ambient light levels and indicate the presence of darkness. Below is a breakdown of the hardware components:</a:t>
            </a:r>
          </a:p>
          <a:p>
            <a:pPr marL="514350" indent="-514350" eaLnBrk="1" hangingPunct="1">
              <a:buAutoNum type="arabicPeriod"/>
            </a:pPr>
            <a:r>
              <a:rPr lang="en-US" sz="2400" dirty="0">
                <a:latin typeface="Times New Roman" panose="02020603050405020304" pitchFamily="18" charset="0"/>
                <a:cs typeface="Times New Roman" panose="02020603050405020304" pitchFamily="18" charset="0"/>
              </a:rPr>
              <a:t>Power Supply - +12V and -12V Power Source</a:t>
            </a:r>
          </a:p>
          <a:p>
            <a:pPr marL="514350" indent="-514350" eaLnBrk="1" hangingPunct="1">
              <a:buAutoNum type="arabicPeriod"/>
            </a:pPr>
            <a:r>
              <a:rPr lang="en-US" sz="2400" dirty="0">
                <a:latin typeface="Times New Roman" panose="02020603050405020304" pitchFamily="18" charset="0"/>
                <a:cs typeface="Times New Roman" panose="02020603050405020304" pitchFamily="18" charset="0"/>
              </a:rPr>
              <a:t>Light Sensor (LDR) - The LDR is the key sensor in this circuit, which detects changes in ambient light. </a:t>
            </a:r>
          </a:p>
          <a:p>
            <a:pPr marL="514350" indent="-514350" eaLnBrk="1" hangingPunct="1">
              <a:buAutoNum type="arabicPeriod"/>
            </a:pPr>
            <a:r>
              <a:rPr lang="en-US" sz="2400" dirty="0">
                <a:latin typeface="Times New Roman" panose="02020603050405020304" pitchFamily="18" charset="0"/>
                <a:cs typeface="Times New Roman" panose="02020603050405020304" pitchFamily="18" charset="0"/>
              </a:rPr>
              <a:t>Operational Amplifier (IC 741) - The IC 741 is used as a comparator to compare the voltage across the LDR</a:t>
            </a:r>
          </a:p>
          <a:p>
            <a:pPr marL="514350" indent="-514350" eaLnBrk="1" hangingPunct="1">
              <a:buAutoNum type="arabicPeriod"/>
            </a:pPr>
            <a:r>
              <a:rPr lang="en-US" sz="2400" dirty="0">
                <a:latin typeface="Times New Roman" panose="02020603050405020304" pitchFamily="18" charset="0"/>
                <a:cs typeface="Times New Roman" panose="02020603050405020304" pitchFamily="18" charset="0"/>
              </a:rPr>
              <a:t> Breadboard - For prototyping and testing, the circuit can be assembled on a breadboard.</a:t>
            </a:r>
          </a:p>
          <a:p>
            <a:pPr marL="514350" indent="-514350" eaLnBrk="1" hangingPunct="1">
              <a:buAutoNum type="arabicPeriod"/>
            </a:pPr>
            <a:r>
              <a:rPr lang="en-US" sz="2400" dirty="0">
                <a:latin typeface="Times New Roman" panose="02020603050405020304" pitchFamily="18" charset="0"/>
                <a:cs typeface="Times New Roman" panose="02020603050405020304" pitchFamily="18" charset="0"/>
              </a:rPr>
              <a:t>Potentiometer -  A variable resistor (potentiometer) is used to adjust the reference voltage at the non-inverting input  of the IC 741.</a:t>
            </a:r>
          </a:p>
          <a:p>
            <a:pPr marL="514350" indent="-514350" eaLnBrk="1" hangingPunct="1">
              <a:buAutoNum type="arabicPeriod"/>
            </a:pPr>
            <a:r>
              <a:rPr lang="en-IN" sz="2400" dirty="0">
                <a:latin typeface="Times New Roman" panose="02020603050405020304" pitchFamily="18" charset="0"/>
                <a:cs typeface="Times New Roman" panose="02020603050405020304" pitchFamily="18" charset="0"/>
              </a:rPr>
              <a:t>LED - </a:t>
            </a:r>
            <a:r>
              <a:rPr lang="en-US" sz="2400" dirty="0">
                <a:latin typeface="Times New Roman" panose="02020603050405020304" pitchFamily="18" charset="0"/>
                <a:cs typeface="Times New Roman" panose="02020603050405020304" pitchFamily="18" charset="0"/>
              </a:rPr>
              <a:t>A light-emitting diode is connected to the output of the IC 741 to indicate darkness.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noChangeArrowheads="1"/>
          </p:cNvSpPr>
          <p:nvPr>
            <p:ph type="title"/>
          </p:nvPr>
        </p:nvSpPr>
        <p:spPr/>
        <p:txBody>
          <a:bodyPr/>
          <a:lstStyle/>
          <a:p>
            <a:pPr eaLnBrk="1" hangingPunct="1"/>
            <a:r>
              <a:rPr lang="en-US" altLang="en-US" b="1" dirty="0">
                <a:solidFill>
                  <a:schemeClr val="accent1">
                    <a:lumMod val="50000"/>
                  </a:schemeClr>
                </a:solidFill>
                <a:latin typeface="Times New Roman" pitchFamily="18" charset="0"/>
                <a:cs typeface="Times New Roman" pitchFamily="18" charset="0"/>
              </a:rPr>
              <a:t>ADVANTAGES  AND APPLICATIONS</a:t>
            </a:r>
            <a:endParaRPr lang="en-IN" altLang="en-US" b="1" dirty="0">
              <a:solidFill>
                <a:schemeClr val="accent1">
                  <a:lumMod val="50000"/>
                </a:schemeClr>
              </a:solidFill>
              <a:latin typeface="Times New Roman" pitchFamily="18" charset="0"/>
              <a:cs typeface="Times New Roman" pitchFamily="18" charset="0"/>
            </a:endParaRPr>
          </a:p>
        </p:txBody>
      </p:sp>
      <p:sp>
        <p:nvSpPr>
          <p:cNvPr id="17412" name="Content Placeholder 5"/>
          <p:cNvSpPr>
            <a:spLocks noGrp="1" noChangeArrowheads="1"/>
          </p:cNvSpPr>
          <p:nvPr>
            <p:ph sz="quarter" idx="1"/>
          </p:nvPr>
        </p:nvSpPr>
        <p:spPr>
          <a:xfrm>
            <a:off x="540327" y="1447800"/>
            <a:ext cx="11042073" cy="4572000"/>
          </a:xfrm>
        </p:spPr>
        <p:txBody>
          <a:bodyPr/>
          <a:lstStyle/>
          <a:p>
            <a:pPr eaLnBrk="1" hangingPunct="1">
              <a:buFont typeface="Wingdings" panose="05000000000000000000" pitchFamily="2" charset="2"/>
              <a:buChar char="v"/>
            </a:pPr>
            <a:r>
              <a:rPr lang="en-US" altLang="en-US" sz="3600" dirty="0">
                <a:latin typeface="Times New Roman" panose="02020603050405020304" pitchFamily="18" charset="0"/>
                <a:cs typeface="Times New Roman" panose="02020603050405020304" pitchFamily="18" charset="0"/>
              </a:rPr>
              <a:t>Cost-Effective:  The components used, such as the IC 741, LDR, and resistors, are inexpensive and readily available, making the project cost-effective.</a:t>
            </a:r>
          </a:p>
          <a:p>
            <a:pPr eaLnBrk="1" hangingPunct="1">
              <a:buFont typeface="Wingdings" panose="05000000000000000000" pitchFamily="2" charset="2"/>
              <a:buChar char="v"/>
            </a:pPr>
            <a:r>
              <a:rPr lang="en-US" altLang="en-US" sz="3600" dirty="0">
                <a:latin typeface="Times New Roman" panose="02020603050405020304" pitchFamily="18" charset="0"/>
                <a:cs typeface="Times New Roman" panose="02020603050405020304" pitchFamily="18" charset="0"/>
              </a:rPr>
              <a:t>Low Power Consumption:  The circuit consumes very little power, making it suitable for low-energy applications such as battery-powered devices.</a:t>
            </a:r>
          </a:p>
          <a:p>
            <a:pPr marL="0" indent="0" eaLnBrk="1" hangingPunct="1">
              <a:buNone/>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algn="ctr" eaLnBrk="1" hangingPunct="1"/>
            <a:r>
              <a:rPr lang="en-US" altLang="en-US" b="1" dirty="0">
                <a:solidFill>
                  <a:schemeClr val="accent1">
                    <a:lumMod val="50000"/>
                  </a:schemeClr>
                </a:solidFill>
                <a:latin typeface="Times New Roman" pitchFamily="18" charset="0"/>
                <a:cs typeface="Times New Roman" pitchFamily="18" charset="0"/>
              </a:rPr>
              <a:t>CONCLUSION</a:t>
            </a:r>
            <a:endParaRPr lang="en-IN" altLang="en-US" b="1" dirty="0">
              <a:solidFill>
                <a:schemeClr val="accent1">
                  <a:lumMod val="50000"/>
                </a:schemeClr>
              </a:solidFill>
              <a:latin typeface="Times New Roman" pitchFamily="18" charset="0"/>
              <a:cs typeface="Times New Roman" pitchFamily="18" charset="0"/>
            </a:endParaRPr>
          </a:p>
        </p:txBody>
      </p:sp>
      <p:sp>
        <p:nvSpPr>
          <p:cNvPr id="24580" name="Content Placeholder 5"/>
          <p:cNvSpPr>
            <a:spLocks noGrp="1" noChangeArrowheads="1"/>
          </p:cNvSpPr>
          <p:nvPr>
            <p:ph sz="quarter" idx="1"/>
          </p:nvPr>
        </p:nvSpPr>
        <p:spPr/>
        <p:txBody>
          <a:bodyPr/>
          <a:lstStyle/>
          <a:p>
            <a:pPr marL="0" indent="0" eaLnBrk="1" hangingPunct="1">
              <a:buNone/>
            </a:pPr>
            <a:r>
              <a:rPr lang="en-US" altLang="en-US" sz="2400" dirty="0">
                <a:latin typeface="Times New Roman" panose="02020603050405020304" pitchFamily="18" charset="0"/>
                <a:cs typeface="Times New Roman" panose="02020603050405020304" pitchFamily="18" charset="0"/>
              </a:rPr>
              <a:t>The Light Sensor and Darkness Detector project using the IC 741 operational amplifier successfully demonstrates a simple yet effective way to detect changes in ambient light and automatically activate an output in response to darkness. </a:t>
            </a: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r>
              <a:rPr lang="en-US" altLang="en-US" sz="2400" dirty="0">
                <a:latin typeface="Times New Roman" panose="02020603050405020304" pitchFamily="18" charset="0"/>
                <a:cs typeface="Times New Roman" panose="02020603050405020304" pitchFamily="18" charset="0"/>
              </a:rPr>
              <a:t>This project highlights the efficiency and cost-effectiveness of analog electronics in designing real-world solutions. The ability to adjust the light sensitivity via a potentiometer adds flexibility, making the system adaptable to different environments. </a:t>
            </a:r>
          </a:p>
          <a:p>
            <a:pPr marL="0" indent="0" eaLnBrk="1" hangingPunct="1">
              <a:buNone/>
            </a:pPr>
            <a:endParaRPr lang="en-US" altLang="en-US" sz="2400" dirty="0">
              <a:latin typeface="Times New Roman" panose="02020603050405020304" pitchFamily="18" charset="0"/>
              <a:cs typeface="Times New Roman" panose="02020603050405020304" pitchFamily="18" charset="0"/>
            </a:endParaRPr>
          </a:p>
          <a:p>
            <a:pPr marL="0" indent="0" eaLnBrk="1" hangingPunct="1">
              <a:buNone/>
            </a:pPr>
            <a:r>
              <a:rPr lang="en-US" altLang="en-US" sz="2400" dirty="0">
                <a:latin typeface="Times New Roman" panose="02020603050405020304" pitchFamily="18" charset="0"/>
                <a:cs typeface="Times New Roman" panose="02020603050405020304" pitchFamily="18" charset="0"/>
              </a:rPr>
              <a:t>Overall, the project provides a solid foundation for automation systems where light sensing is essential and can be expanded for more complex applications with further modifications or integrations.</a:t>
            </a: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algn="ctr" eaLnBrk="1" hangingPunct="1"/>
            <a:r>
              <a:rPr lang="en-IN" altLang="en-US" b="1" dirty="0">
                <a:solidFill>
                  <a:schemeClr val="accent1">
                    <a:lumMod val="50000"/>
                  </a:schemeClr>
                </a:solidFill>
                <a:latin typeface="Times New Roman" pitchFamily="18" charset="0"/>
                <a:cs typeface="Times New Roman" pitchFamily="18" charset="0"/>
              </a:rPr>
              <a:t>PROJECT PLAN</a:t>
            </a:r>
          </a:p>
        </p:txBody>
      </p:sp>
      <p:sp>
        <p:nvSpPr>
          <p:cNvPr id="25604" name="Content Placeholder 3"/>
          <p:cNvSpPr>
            <a:spLocks noGrp="1" noChangeArrowheads="1"/>
          </p:cNvSpPr>
          <p:nvPr>
            <p:ph sz="quarter" idx="1"/>
          </p:nvPr>
        </p:nvSpPr>
        <p:spPr/>
        <p:txBody>
          <a:bodyPr/>
          <a:lstStyle/>
          <a:p>
            <a:pPr marL="0" indent="0" eaLnBrk="1" hangingPunct="1">
              <a:buNone/>
            </a:pPr>
            <a:r>
              <a:rPr lang="en-US" altLang="en-US" dirty="0"/>
              <a:t>This project plan outlines the timeline and milestones for developing the *Light Sensor and Darkness Detector. The plan is divided into several phases, each focusing on different aspects of the project, from research and design to testing and final implementation. The estimated timeline for this project is 6 weeks.</a:t>
            </a:r>
            <a:r>
              <a:rPr lang="en-IN" altLang="en-US" dirty="0"/>
              <a:t> </a:t>
            </a:r>
          </a:p>
          <a:p>
            <a:pPr marL="0" indent="0" eaLnBrk="1" hangingPunct="1">
              <a:buNone/>
            </a:pPr>
            <a:r>
              <a:rPr lang="en-US" altLang="en-US" dirty="0"/>
              <a:t>Phase 1: Research and Component Selection </a:t>
            </a:r>
          </a:p>
          <a:p>
            <a:pPr marL="0" indent="0" eaLnBrk="1" hangingPunct="1">
              <a:buNone/>
            </a:pPr>
            <a:r>
              <a:rPr lang="en-US" altLang="en-US" dirty="0"/>
              <a:t>Phase 2: Circuit Design and Simulation </a:t>
            </a:r>
          </a:p>
          <a:p>
            <a:pPr marL="0" indent="0" eaLnBrk="1" hangingPunct="1">
              <a:buNone/>
            </a:pPr>
            <a:r>
              <a:rPr lang="en-IN" altLang="en-US" dirty="0"/>
              <a:t>Phase 3: Prototyping</a:t>
            </a:r>
          </a:p>
          <a:p>
            <a:pPr marL="0" indent="0" eaLnBrk="1" hangingPunct="1">
              <a:buNone/>
            </a:pPr>
            <a:r>
              <a:rPr lang="en-US" altLang="en-US" dirty="0"/>
              <a:t>Phase 4: Testing and Optimization</a:t>
            </a:r>
          </a:p>
          <a:p>
            <a:pPr marL="0" indent="0" eaLnBrk="1" hangingPunct="1">
              <a:buNone/>
            </a:pPr>
            <a:r>
              <a:rPr lang="en-IN" altLang="en-US" dirty="0"/>
              <a:t>Phase 5: PCB Design </a:t>
            </a:r>
          </a:p>
          <a:p>
            <a:pPr marL="0" indent="0" eaLnBrk="1" hangingPunct="1">
              <a:buNone/>
            </a:pPr>
            <a:r>
              <a:rPr lang="en-US" altLang="en-US" dirty="0"/>
              <a:t>Phase 6: Final Testing, Integration, and Documentation</a:t>
            </a:r>
            <a:endParaRPr lang="en-IN" altLang="en-US" dirty="0"/>
          </a:p>
          <a:p>
            <a:pPr marL="0" indent="0" eaLnBrk="1" hangingPunct="1">
              <a:buNone/>
            </a:pPr>
            <a:endParaRPr lang="en-IN" altLang="en-US"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219200" y="173038"/>
            <a:ext cx="10363200" cy="1143000"/>
          </a:xfrm>
        </p:spPr>
        <p:txBody>
          <a:bodyPr>
            <a:normAutofit/>
          </a:bodyPr>
          <a:lstStyle/>
          <a:p>
            <a:pPr algn="ctr" eaLnBrk="1" fontAlgn="auto" hangingPunct="1">
              <a:spcAft>
                <a:spcPts val="0"/>
              </a:spcAft>
              <a:defRPr/>
            </a:pPr>
            <a:r>
              <a:rPr lang="en-IN" b="1" dirty="0">
                <a:solidFill>
                  <a:schemeClr val="accent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REFERENCES</a:t>
            </a:r>
          </a:p>
        </p:txBody>
      </p:sp>
      <p:pic>
        <p:nvPicPr>
          <p:cNvPr id="26628" name="Content Placeholder 99"/>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27025" y="176213"/>
            <a:ext cx="1230313" cy="758825"/>
          </a:xfrm>
        </p:spPr>
      </p:pic>
      <p:sp>
        <p:nvSpPr>
          <p:cNvPr id="3" name="Content Placeholder 2"/>
          <p:cNvSpPr>
            <a:spLocks noGrp="1"/>
          </p:cNvSpPr>
          <p:nvPr>
            <p:ph sz="quarter" idx="2"/>
          </p:nvPr>
        </p:nvSpPr>
        <p:spPr>
          <a:xfrm>
            <a:off x="6578600" y="1447800"/>
            <a:ext cx="4999038" cy="4572000"/>
          </a:xfrm>
        </p:spPr>
        <p:txBody>
          <a:bodyPr>
            <a:normAutofit/>
          </a:bodyPr>
          <a:lstStyle/>
          <a:p>
            <a:pPr marL="0" indent="0" eaLnBrk="1" fontAlgn="auto" hangingPunct="1">
              <a:lnSpc>
                <a:spcPct val="110000"/>
              </a:lnSpc>
              <a:spcBef>
                <a:spcPts val="200"/>
              </a:spcBef>
              <a:spcAft>
                <a:spcPts val="200"/>
              </a:spcAft>
              <a:buFont typeface="Wingdings 2" panose="05020102010507070707"/>
              <a:buNone/>
              <a:defRPr/>
            </a:pPr>
            <a:endParaRPr lang="en-IN" sz="1700" dirty="0">
              <a:solidFill>
                <a:srgbClr val="004376"/>
              </a:solidFill>
            </a:endParaRPr>
          </a:p>
          <a:p>
            <a:pPr marL="274320" indent="-274320" eaLnBrk="1" fontAlgn="auto" hangingPunct="1">
              <a:spcBef>
                <a:spcPts val="580"/>
              </a:spcBef>
              <a:spcAft>
                <a:spcPts val="0"/>
              </a:spcAft>
              <a:buFont typeface="Wingdings 2" panose="05020102010507070707"/>
              <a:buChar char=""/>
              <a:defRPr/>
            </a:pPr>
            <a:endParaRPr lang="en-IN" dirty="0"/>
          </a:p>
        </p:txBody>
      </p:sp>
      <p:pic>
        <p:nvPicPr>
          <p:cNvPr id="2663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3100" y="176213"/>
            <a:ext cx="119697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316182" y="1814945"/>
            <a:ext cx="9516918"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“Op-Amps for Everyone” by Ron Mancini</a:t>
            </a: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“Operational Amplifiers and Linear Integrated Circuits” by Robert Coughlin and Frederick Driscoll.</a:t>
            </a: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"Electronic Devices and Circuit Theory" by Robert L. Boylestad and Louis Nashelsky</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825" y="2708275"/>
            <a:ext cx="9144000" cy="1066800"/>
          </a:xfrm>
        </p:spPr>
        <p:txBody>
          <a:bodyPr>
            <a:normAutofit/>
          </a:bodyPr>
          <a:lstStyle/>
          <a:p>
            <a:pPr algn="ctr" eaLnBrk="1" fontAlgn="auto" hangingPunct="1">
              <a:spcAft>
                <a:spcPts val="0"/>
              </a:spcAft>
              <a:defRPr/>
            </a:pPr>
            <a:r>
              <a:rPr lang="en-IN" b="1" dirty="0">
                <a:solidFill>
                  <a:schemeClr val="accent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THANK</a:t>
            </a:r>
            <a:r>
              <a:rPr lang="en-IN" b="1"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IN" b="1" dirty="0">
                <a:solidFill>
                  <a:schemeClr val="accent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YOU</a:t>
            </a:r>
          </a:p>
        </p:txBody>
      </p:sp>
      <p:sp>
        <p:nvSpPr>
          <p:cNvPr id="27651" name="Date Placeholder 5"/>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defRPr>
                <a:solidFill>
                  <a:schemeClr val="tx1"/>
                </a:solidFill>
                <a:latin typeface="Palatino Linotype" pitchFamily="18" charset="0"/>
              </a:defRPr>
            </a:lvl1pPr>
            <a:lvl2pPr marL="742950" indent="-285750">
              <a:defRPr>
                <a:solidFill>
                  <a:schemeClr val="tx1"/>
                </a:solidFill>
                <a:latin typeface="Palatino Linotype" pitchFamily="18" charset="0"/>
              </a:defRPr>
            </a:lvl2pPr>
            <a:lvl3pPr marL="1143000" indent="-228600">
              <a:defRPr>
                <a:solidFill>
                  <a:schemeClr val="tx1"/>
                </a:solidFill>
                <a:latin typeface="Palatino Linotype" pitchFamily="18" charset="0"/>
              </a:defRPr>
            </a:lvl3pPr>
            <a:lvl4pPr marL="1600200" indent="-228600">
              <a:defRPr>
                <a:solidFill>
                  <a:schemeClr val="tx1"/>
                </a:solidFill>
                <a:latin typeface="Palatino Linotype" pitchFamily="18" charset="0"/>
              </a:defRPr>
            </a:lvl4pPr>
            <a:lvl5pPr marL="2057400" indent="-228600">
              <a:defRPr>
                <a:solidFill>
                  <a:schemeClr val="tx1"/>
                </a:solidFill>
                <a:latin typeface="Palatino Linotype" pitchFamily="18" charset="0"/>
              </a:defRPr>
            </a:lvl5pPr>
            <a:lvl6pPr marL="2514600" indent="-228600" eaLnBrk="0" fontAlgn="base" hangingPunct="0">
              <a:spcBef>
                <a:spcPct val="0"/>
              </a:spcBef>
              <a:spcAft>
                <a:spcPct val="0"/>
              </a:spcAft>
              <a:defRPr>
                <a:solidFill>
                  <a:schemeClr val="tx1"/>
                </a:solidFill>
                <a:latin typeface="Palatino Linotype" pitchFamily="18" charset="0"/>
              </a:defRPr>
            </a:lvl6pPr>
            <a:lvl7pPr marL="2971800" indent="-228600" eaLnBrk="0" fontAlgn="base" hangingPunct="0">
              <a:spcBef>
                <a:spcPct val="0"/>
              </a:spcBef>
              <a:spcAft>
                <a:spcPct val="0"/>
              </a:spcAft>
              <a:defRPr>
                <a:solidFill>
                  <a:schemeClr val="tx1"/>
                </a:solidFill>
                <a:latin typeface="Palatino Linotype" pitchFamily="18" charset="0"/>
              </a:defRPr>
            </a:lvl7pPr>
            <a:lvl8pPr marL="3429000" indent="-228600" eaLnBrk="0" fontAlgn="base" hangingPunct="0">
              <a:spcBef>
                <a:spcPct val="0"/>
              </a:spcBef>
              <a:spcAft>
                <a:spcPct val="0"/>
              </a:spcAft>
              <a:defRPr>
                <a:solidFill>
                  <a:schemeClr val="tx1"/>
                </a:solidFill>
                <a:latin typeface="Palatino Linotype" pitchFamily="18" charset="0"/>
              </a:defRPr>
            </a:lvl8pPr>
            <a:lvl9pPr marL="3886200" indent="-228600" eaLnBrk="0" fontAlgn="base" hangingPunct="0">
              <a:spcBef>
                <a:spcPct val="0"/>
              </a:spcBef>
              <a:spcAft>
                <a:spcPct val="0"/>
              </a:spcAft>
              <a:defRPr>
                <a:solidFill>
                  <a:schemeClr val="tx1"/>
                </a:solidFill>
                <a:latin typeface="Palatino Linotype" pitchFamily="18" charset="0"/>
              </a:defRPr>
            </a:lvl9pPr>
          </a:lstStyle>
          <a:p>
            <a:fld id="{854D1E2F-F9FC-4822-9556-4192A2AC79BA}" type="datetime1">
              <a:rPr lang="en-US" altLang="en-US" smtClean="0">
                <a:solidFill>
                  <a:schemeClr val="tx2"/>
                </a:solidFill>
              </a:rPr>
              <a:pPr/>
              <a:t>11/29/2024</a:t>
            </a:fld>
            <a:endParaRPr lang="en-US" altLang="en-US">
              <a:solidFill>
                <a:schemeClr val="tx2"/>
              </a:solidFill>
            </a:endParaRPr>
          </a:p>
        </p:txBody>
      </p:sp>
      <p:pic>
        <p:nvPicPr>
          <p:cNvPr id="27652" name="Content Placeholder 99"/>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96888" y="330200"/>
            <a:ext cx="1092200" cy="674688"/>
          </a:xfrm>
        </p:spPr>
      </p:pic>
      <p:pic>
        <p:nvPicPr>
          <p:cNvPr id="2765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3100" y="176213"/>
            <a:ext cx="119697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562</TotalTime>
  <Words>860</Words>
  <Application>Microsoft Office PowerPoint</Application>
  <PresentationFormat>Widescreen</PresentationFormat>
  <Paragraphs>93</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Equity</vt:lpstr>
      <vt:lpstr>ECB1204 – ANALOG INTEGRATED CIRCUIT DESIGN DARKNESS DETECTOR</vt:lpstr>
      <vt:lpstr>ABSTRACT </vt:lpstr>
      <vt:lpstr>INTRODUCTION </vt:lpstr>
      <vt:lpstr>                            OBJECTIVE </vt:lpstr>
      <vt:lpstr>                      PROBLEM STATEMENT </vt:lpstr>
      <vt:lpstr>                    TECHNOLOGY OVERVIEW </vt:lpstr>
      <vt:lpstr>                      COMPONENTS USED</vt:lpstr>
      <vt:lpstr>                   BLOCK DIAGRAM</vt:lpstr>
      <vt:lpstr>                    WORKING PRINCIPLE </vt:lpstr>
      <vt:lpstr>                          APPLICATION </vt:lpstr>
      <vt:lpstr>                               BENEFITS </vt:lpstr>
      <vt:lpstr>                           CHALLENGES </vt:lpstr>
      <vt:lpstr>                 ENVIRONMENT IMPACT </vt:lpstr>
      <vt:lpstr>HARDWARE MODULE</vt:lpstr>
      <vt:lpstr>ADVANTAGES  AND APPLICATIONS</vt:lpstr>
      <vt:lpstr>CONCLUSION</vt:lpstr>
      <vt:lpstr>PROJECT PLAN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Slide</dc:title>
  <dc:creator>EMBEDDED</dc:creator>
  <cp:lastModifiedBy>919384413909</cp:lastModifiedBy>
  <cp:revision>48</cp:revision>
  <dcterms:created xsi:type="dcterms:W3CDTF">2017-04-13T11:52:33Z</dcterms:created>
  <dcterms:modified xsi:type="dcterms:W3CDTF">2024-11-29T05:48:42Z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y fmtid="{D5CDD505-2E9C-101B-9397-08002B2CF9AE}" pid="3" name="ICV">
    <vt:lpwstr>D0526F5F9A91471BBD1C8DE6EACAB835</vt:lpwstr>
  </property>
  <property fmtid="{D5CDD505-2E9C-101B-9397-08002B2CF9AE}" pid="4" name="KSOProductBuildVer">
    <vt:lpwstr>1033-11.2.0.11388</vt:lpwstr>
  </property>
</Properties>
</file>